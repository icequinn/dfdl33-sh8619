
<file path=[Content_Types].xml><?xml version="1.0" encoding="utf-8"?>
<Types xmlns="http://schemas.openxmlformats.org/package/2006/content-types">
  <Default Extension="jpeg" ContentType="image/jpeg"/>
  <Default Extension="JPG" ContentType="image/.jp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notesMasters/notesMaster1.xml" ContentType="application/vnd.openxmlformats-officedocument.presentationml.notesMaster+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19"/>
  </p:notesMasterIdLst>
  <p:sldIdLst>
    <p:sldId id="256" r:id="rId3"/>
    <p:sldId id="257" r:id="rId4"/>
    <p:sldId id="258" r:id="rId5"/>
    <p:sldId id="259" r:id="rId6"/>
    <p:sldId id="260" r:id="rId7"/>
    <p:sldId id="261" r:id="rId8"/>
    <p:sldId id="262" r:id="rId9"/>
    <p:sldId id="263" r:id="rId10"/>
    <p:sldId id="264" r:id="rId11"/>
    <p:sldId id="265" r:id="rId12"/>
    <p:sldId id="266" r:id="rId13"/>
    <p:sldId id="268" r:id="rId14"/>
    <p:sldId id="269" r:id="rId15"/>
    <p:sldId id="278" r:id="rId16"/>
    <p:sldId id="279" r:id="rId17"/>
    <p:sldId id="277" r:id="rId18"/>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2849"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autoAdjust="0"/>
    <p:restoredTop sz="94622" autoAdjust="0"/>
  </p:normalViewPr>
  <p:slideViewPr>
    <p:cSldViewPr showGuides="1">
      <p:cViewPr varScale="1">
        <p:scale>
          <a:sx n="114" d="100"/>
          <a:sy n="114" d="100"/>
        </p:scale>
        <p:origin x="912" y="64"/>
      </p:cViewPr>
      <p:guideLst>
        <p:guide orient="horz" pos="2160"/>
        <p:guide pos="2849"/>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9" Type="http://schemas.openxmlformats.org/officeDocument/2006/relationships/slide" Target="slides/slide7.xml"/><Relationship Id="rId8" Type="http://schemas.openxmlformats.org/officeDocument/2006/relationships/slide" Target="slides/slide6.xml"/><Relationship Id="rId7" Type="http://schemas.openxmlformats.org/officeDocument/2006/relationships/slide" Target="slides/slide5.xml"/><Relationship Id="rId6" Type="http://schemas.openxmlformats.org/officeDocument/2006/relationships/slide" Target="slides/slide4.xml"/><Relationship Id="rId5" Type="http://schemas.openxmlformats.org/officeDocument/2006/relationships/slide" Target="slides/slide3.xml"/><Relationship Id="rId4" Type="http://schemas.openxmlformats.org/officeDocument/2006/relationships/slide" Target="slides/slide2.xml"/><Relationship Id="rId3" Type="http://schemas.openxmlformats.org/officeDocument/2006/relationships/slide" Target="slides/slide1.xml"/><Relationship Id="rId22" Type="http://schemas.openxmlformats.org/officeDocument/2006/relationships/tableStyles" Target="tableStyles.xml"/><Relationship Id="rId21" Type="http://schemas.openxmlformats.org/officeDocument/2006/relationships/viewProps" Target="viewProps.xml"/><Relationship Id="rId20" Type="http://schemas.openxmlformats.org/officeDocument/2006/relationships/presProps" Target="presProps.xml"/><Relationship Id="rId2" Type="http://schemas.openxmlformats.org/officeDocument/2006/relationships/theme" Target="theme/theme1.xml"/><Relationship Id="rId19" Type="http://schemas.openxmlformats.org/officeDocument/2006/relationships/notesMaster" Target="notesMasters/notesMaster1.xml"/><Relationship Id="rId18" Type="http://schemas.openxmlformats.org/officeDocument/2006/relationships/slide" Target="slides/slide16.xml"/><Relationship Id="rId17" Type="http://schemas.openxmlformats.org/officeDocument/2006/relationships/slide" Target="slides/slide15.xml"/><Relationship Id="rId16" Type="http://schemas.openxmlformats.org/officeDocument/2006/relationships/slide" Target="slides/slide14.xml"/><Relationship Id="rId15" Type="http://schemas.openxmlformats.org/officeDocument/2006/relationships/slide" Target="slides/slide13.xml"/><Relationship Id="rId14" Type="http://schemas.openxmlformats.org/officeDocument/2006/relationships/slide" Target="slides/slide12.xml"/><Relationship Id="rId13" Type="http://schemas.openxmlformats.org/officeDocument/2006/relationships/slide" Target="slides/slide11.xml"/><Relationship Id="rId12" Type="http://schemas.openxmlformats.org/officeDocument/2006/relationships/slide" Target="slides/slide10.xml"/><Relationship Id="rId11" Type="http://schemas.openxmlformats.org/officeDocument/2006/relationships/slide" Target="slides/slide9.xml"/><Relationship Id="rId10" Type="http://schemas.openxmlformats.org/officeDocument/2006/relationships/slide" Target="slides/slide8.xml"/><Relationship Id="rId1" Type="http://schemas.openxmlformats.org/officeDocument/2006/relationships/slideMaster" Target="slideMasters/slide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D2A48B96-639E-45A3-A0BA-2464DFDB1FAA}" type="datetimeFigureOut">
              <a:rPr lang="zh-CN" altLang="en-US" smtClean="0"/>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6837353-30EB-4A48-80EB-173D804AEFBD}" type="slidenum">
              <a:rPr lang="zh-CN" altLang="en-US" smtClean="0"/>
            </a:fld>
            <a:endParaRPr lang="zh-CN"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blank" preserve="1">
  <p:cSld name="Blank">
    <p:bg>
      <p:bgPr>
        <a:solidFill>
          <a:srgbClr val="FFFFFF"/>
        </a:solidFill>
        <a:effectLst/>
      </p:bgPr>
    </p:bg>
    <p:spTree>
      <p:nvGrpSpPr>
        <p:cNvPr id="1" name=""/>
        <p:cNvGrpSpPr/>
        <p:nvPr/>
      </p:nvGrpSpPr>
      <p:grpSpPr>
        <a:xfrm>
          <a:off x="0" y="0"/>
          <a:ext cx="0" cy="0"/>
          <a:chOff x="0" y="0"/>
          <a:chExt cx="0" cy="0"/>
        </a:xfrm>
      </p:grpSpPr>
      <p:sp>
        <p:nvSpPr>
          <p:cNvPr id="2" name="AutoShape 2"/>
          <p:cNvSpPr/>
          <p:nvPr>
            <p:ph type="dt" sz="half" idx="10"/>
          </p:nvPr>
        </p:nvSpPr>
        <p:spPr>
          <a:xfrm>
            <a:off x="838200" y="6356350"/>
            <a:ext cx="2743200" cy="365125"/>
          </a:xfrm>
          <a:prstGeom prst="rect">
            <a:avLst/>
          </a:prstGeom>
        </p:spPr>
        <p:txBody>
          <a:bodyPr vert="horz" lIns="91440" tIns="45720" rIns="91440" bIns="45720" anchor="ctr"/>
          <a:p>
            <a:pPr marL="0" algn="l">
              <a:buNone/>
            </a:pPr>
            <a:endParaRPr lang="zh-CN" altLang="en-US" sz="1200">
              <a:solidFill>
                <a:schemeClr val="tx1">
                  <a:tint val="82000"/>
                </a:schemeClr>
              </a:solidFill>
              <a:latin typeface="微软雅黑" panose="020B0503020204020204" charset="-122"/>
              <a:ea typeface="微软雅黑" panose="020B0503020204020204" charset="-122"/>
            </a:endParaRPr>
          </a:p>
        </p:txBody>
      </p:sp>
      <p:sp>
        <p:nvSpPr>
          <p:cNvPr id="3" name="AutoShape 3"/>
          <p:cNvSpPr/>
          <p:nvPr>
            <p:ph type="ftr" sz="quarter" idx="11"/>
          </p:nvPr>
        </p:nvSpPr>
        <p:spPr>
          <a:xfrm>
            <a:off x="4038600" y="6356350"/>
            <a:ext cx="4114800" cy="365125"/>
          </a:xfrm>
          <a:prstGeom prst="rect">
            <a:avLst/>
          </a:prstGeom>
        </p:spPr>
        <p:txBody>
          <a:bodyPr vert="horz" lIns="91440" tIns="45720" rIns="91440" bIns="45720" anchor="ctr"/>
          <a:p>
            <a:pPr marL="0" algn="ctr">
              <a:buNone/>
            </a:pPr>
          </a:p>
        </p:txBody>
      </p:sp>
      <p:sp>
        <p:nvSpPr>
          <p:cNvPr id="4" name="AutoShape 4"/>
          <p:cNvSpPr/>
          <p:nvPr>
            <p:ph type="sldNum" sz="quarter" idx="12"/>
          </p:nvPr>
        </p:nvSpPr>
        <p:spPr>
          <a:xfrm>
            <a:off x="8610600" y="6356350"/>
            <a:ext cx="2743200" cy="365125"/>
          </a:xfrm>
          <a:prstGeom prst="rect">
            <a:avLst/>
          </a:prstGeom>
        </p:spPr>
        <p:txBody>
          <a:bodyPr vert="horz" lIns="91440" tIns="45720" rIns="91440" bIns="45720" anchor="ctr"/>
          <a:p>
            <a:pPr marL="0" algn="r">
              <a:buNone/>
            </a:pPr>
            <a:fld id="{3386411A-70EE-422D-B97C-F56BEE3FF077}" type="slidenum">
              <a:rPr lang="zh-CN" altLang="en-US" sz="1200">
                <a:solidFill>
                  <a:schemeClr val="tx1">
                    <a:tint val="82000"/>
                  </a:schemeClr>
                </a:solidFill>
                <a:latin typeface="微软雅黑" panose="020B0503020204020204" charset="-122"/>
                <a:ea typeface="微软雅黑" panose="020B0503020204020204" charset="-122"/>
              </a:rPr>
            </a:fld>
            <a:endParaRPr lang="zh-CN" altLang="en-US" sz="1200">
              <a:solidFill>
                <a:schemeClr val="tx1">
                  <a:tint val="82000"/>
                </a:schemeClr>
              </a:solidFill>
              <a:latin typeface="微软雅黑" panose="020B0503020204020204" charset="-122"/>
              <a:ea typeface="微软雅黑" panose="020B0503020204020204" charset="-122"/>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1_自定义版式">
    <p:bg>
      <p:bgPr>
        <a:solidFill>
          <a:srgbClr val="FFFFFF"/>
        </a:solidFill>
        <a:effectLst/>
      </p:bgPr>
    </p:bg>
    <p:spTree>
      <p:nvGrpSpPr>
        <p:cNvPr id="1" name=""/>
        <p:cNvGrpSpPr/>
        <p:nvPr/>
      </p:nvGrpSpPr>
      <p:grpSpPr>
        <a:xfrm>
          <a:off x="0" y="0"/>
          <a:ext cx="0" cy="0"/>
          <a:chOff x="0" y="0"/>
          <a:chExt cx="0" cy="0"/>
        </a:xfrm>
      </p:grpSpPr>
      <p:sp>
        <p:nvSpPr>
          <p:cNvPr id="2" name="AutoShape 2"/>
          <p:cNvSpPr/>
          <p:nvPr>
            <p:ph type="sldNum" sz="quarter" idx="12"/>
          </p:nvPr>
        </p:nvSpPr>
        <p:spPr>
          <a:xfrm>
            <a:off x="9436735" y="6442075"/>
            <a:ext cx="2743200" cy="365125"/>
          </a:xfrm>
          <a:prstGeom prst="rect">
            <a:avLst/>
          </a:prstGeom>
        </p:spPr>
        <p:txBody>
          <a:bodyPr vert="horz" lIns="91440" tIns="45720" rIns="91440" bIns="45720" anchor="b"/>
          <a:p>
            <a:pPr marL="0" algn="r">
              <a:buNone/>
            </a:pPr>
            <a:fld id="{3386411A-70EE-422D-B97C-F56BEE3FF077}" type="slidenum">
              <a:rPr lang="zh-CN" altLang="en-US" sz="1400">
                <a:solidFill>
                  <a:schemeClr val="tx1">
                    <a:lumMod val="50000"/>
                    <a:lumOff val="50000"/>
                  </a:schemeClr>
                </a:solidFill>
                <a:latin typeface="微软雅黑" panose="020B0503020204020204" charset="-122"/>
                <a:ea typeface="微软雅黑" panose="020B0503020204020204" charset="-122"/>
              </a:rPr>
            </a:fld>
            <a:endParaRPr lang="zh-CN" altLang="en-US" sz="1400">
              <a:solidFill>
                <a:schemeClr val="tx1">
                  <a:lumMod val="50000"/>
                  <a:lumOff val="50000"/>
                </a:schemeClr>
              </a:solidFill>
              <a:latin typeface="微软雅黑" panose="020B0503020204020204" charset="-122"/>
              <a:ea typeface="微软雅黑" panose="020B0503020204020204" charset="-122"/>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1_标题和内容">
    <p:bg>
      <p:bgPr>
        <a:solidFill>
          <a:srgbClr val="FFFFFF"/>
        </a:solidFill>
        <a:effectLst/>
      </p:bgPr>
    </p:bg>
    <p:spTree>
      <p:nvGrpSpPr>
        <p:cNvPr id="1" name=""/>
        <p:cNvGrpSpPr/>
        <p:nvPr/>
      </p:nvGrpSpPr>
      <p:grpSpPr>
        <a:xfrm>
          <a:off x="0" y="0"/>
          <a:ext cx="0" cy="0"/>
          <a:chOff x="0" y="0"/>
          <a:chExt cx="0" cy="0"/>
        </a:xfrm>
      </p:grpSpPr>
      <p:cxnSp>
        <p:nvCxnSpPr>
          <p:cNvPr id="2" name="Connector 2"/>
          <p:cNvCxnSpPr/>
          <p:nvPr/>
        </p:nvCxnSpPr>
        <p:spPr>
          <a:xfrm>
            <a:off x="0" y="908720"/>
            <a:ext cx="12192000" cy="0"/>
          </a:xfrm>
          <a:prstGeom prst="line">
            <a:avLst/>
          </a:prstGeom>
          <a:ln w="28575">
            <a:solidFill>
              <a:srgbClr val="003679"/>
            </a:solidFill>
          </a:ln>
        </p:spPr>
      </p:cxnSp>
      <p:sp>
        <p:nvSpPr>
          <p:cNvPr id="3" name="AutoShape 3"/>
          <p:cNvSpPr/>
          <p:nvPr>
            <p:ph type="dt" sz="half" idx="10"/>
          </p:nvPr>
        </p:nvSpPr>
        <p:spPr>
          <a:xfrm>
            <a:off x="0" y="0"/>
            <a:ext cx="0" cy="0"/>
          </a:xfrm>
        </p:spPr>
        <p:txBody>
          <a:bodyPr vert="horz" lIns="91440" tIns="45720" rIns="91440" bIns="45720" anchor="t"/>
          <a:p>
            <a:pPr marL="0" algn="l">
              <a:buNone/>
            </a:pPr>
            <a:endParaRPr lang="zh-CN" altLang="en-US" sz="1800">
              <a:solidFill>
                <a:schemeClr val="tx1"/>
              </a:solidFill>
              <a:latin typeface="微软雅黑" panose="020B0503020204020204" charset="-122"/>
              <a:ea typeface="微软雅黑" panose="020B0503020204020204" charset="-122"/>
            </a:endParaRPr>
          </a:p>
        </p:txBody>
      </p:sp>
      <p:sp>
        <p:nvSpPr>
          <p:cNvPr id="4" name="AutoShape 4"/>
          <p:cNvSpPr/>
          <p:nvPr>
            <p:ph type="ftr" sz="quarter" idx="11"/>
          </p:nvPr>
        </p:nvSpPr>
        <p:spPr>
          <a:xfrm>
            <a:off x="0" y="0"/>
            <a:ext cx="0" cy="0"/>
          </a:xfrm>
        </p:spPr>
        <p:txBody>
          <a:bodyPr vert="horz" lIns="91440" tIns="45720" rIns="91440" bIns="45720" anchor="t"/>
          <a:p>
            <a:pPr marL="0" algn="l">
              <a:buNone/>
            </a:pPr>
          </a:p>
        </p:txBody>
      </p:sp>
      <p:sp>
        <p:nvSpPr>
          <p:cNvPr id="5" name="AutoShape 5"/>
          <p:cNvSpPr/>
          <p:nvPr>
            <p:ph type="sldNum" sz="quarter" idx="12"/>
          </p:nvPr>
        </p:nvSpPr>
        <p:spPr>
          <a:xfrm>
            <a:off x="9264352" y="6354127"/>
            <a:ext cx="2844800" cy="365125"/>
          </a:xfrm>
        </p:spPr>
        <p:txBody>
          <a:bodyPr vert="horz" lIns="91440" tIns="45720" rIns="91440" bIns="45720" anchor="t"/>
          <a:p>
            <a:pPr marL="0" algn="l">
              <a:buNone/>
            </a:pPr>
            <a:fld id="{3386411A-70EE-422D-B97C-F56BEE3FF077}" type="slidenum">
              <a:rPr lang="zh-CN" altLang="en-US" sz="1800">
                <a:solidFill>
                  <a:schemeClr val="tx1"/>
                </a:solidFill>
                <a:latin typeface="微软雅黑" panose="020B0503020204020204" charset="-122"/>
                <a:ea typeface="微软雅黑" panose="020B0503020204020204" charset="-122"/>
              </a:rPr>
            </a:fld>
            <a:endParaRPr lang="zh-CN" altLang="en-US" sz="1800">
              <a:solidFill>
                <a:schemeClr val="tx1"/>
              </a:solidFill>
              <a:latin typeface="微软雅黑" panose="020B0503020204020204" charset="-122"/>
              <a:ea typeface="微软雅黑" panose="020B0503020204020204" charset="-122"/>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1_空白">
    <p:bg>
      <p:bgPr>
        <a:solidFill>
          <a:srgbClr val="FFFFFF"/>
        </a:solidFill>
        <a:effectLst/>
      </p:bgPr>
    </p:bg>
    <p:spTree>
      <p:nvGrpSpPr>
        <p:cNvPr id="1" name=""/>
        <p:cNvGrpSpPr/>
        <p:nvPr/>
      </p:nvGrpSpPr>
      <p:grpSpPr>
        <a:xfrm>
          <a:off x="0" y="0"/>
          <a:ext cx="0" cy="0"/>
          <a:chOff x="0" y="0"/>
          <a:chExt cx="0" cy="0"/>
        </a:xfrm>
      </p:grpSpPr>
      <p:sp>
        <p:nvSpPr>
          <p:cNvPr id="2" name="AutoShape 2"/>
          <p:cNvSpPr/>
          <p:nvPr>
            <p:ph type="title"/>
          </p:nvPr>
        </p:nvSpPr>
        <p:spPr>
          <a:xfrm>
            <a:off x="5" y="157166"/>
            <a:ext cx="7033846" cy="637932"/>
          </a:xfrm>
          <a:prstGeom prst="rect">
            <a:avLst/>
          </a:prstGeom>
          <a:noFill/>
          <a:ln>
            <a:noFill/>
            <a:miter lim="800000"/>
          </a:ln>
        </p:spPr>
        <p:txBody>
          <a:bodyPr vert="horz" lIns="91440" tIns="45720" rIns="91440" bIns="45720" anchor="t">
            <a:spAutoFit/>
          </a:bodyPr>
          <a:p>
            <a:pPr algn="l">
              <a:lnSpc>
                <a:spcPct val="90000"/>
              </a:lnSpc>
              <a:spcBef>
                <a:spcPct val="0"/>
              </a:spcBef>
              <a:buNone/>
            </a:pPr>
            <a:r>
              <a:rPr lang="zh-CN" altLang="en-US" sz="3940">
                <a:solidFill>
                  <a:srgbClr val="1F497D"/>
                </a:solidFill>
                <a:latin typeface="微软雅黑" panose="020B0503020204020204" charset="-122"/>
                <a:ea typeface="微软雅黑" panose="020B0503020204020204" charset="-122"/>
              </a:rPr>
              <a:t>单击此处编辑母版标题样式</a:t>
            </a:r>
            <a:endParaRPr lang="zh-CN" altLang="en-US" sz="3940">
              <a:solidFill>
                <a:srgbClr val="1F497D"/>
              </a:solidFill>
              <a:latin typeface="微软雅黑" panose="020B0503020204020204" charset="-122"/>
              <a:ea typeface="微软雅黑" panose="020B0503020204020204" charset="-122"/>
            </a:endParaRPr>
          </a:p>
        </p:txBody>
      </p:sp>
      <p:sp>
        <p:nvSpPr>
          <p:cNvPr id="3" name="AutoShape 3"/>
          <p:cNvSpPr/>
          <p:nvPr>
            <p:ph type="dt" sz="half" idx="10"/>
          </p:nvPr>
        </p:nvSpPr>
        <p:spPr>
          <a:xfrm>
            <a:off x="609600" y="6356350"/>
            <a:ext cx="2844800" cy="365125"/>
          </a:xfrm>
          <a:prstGeom prst="rect">
            <a:avLst/>
          </a:prstGeom>
        </p:spPr>
        <p:txBody>
          <a:bodyPr vert="horz" lIns="91440" tIns="45720" rIns="91440" bIns="45720" anchor="t"/>
          <a:p>
            <a:pPr marL="0" algn="l">
              <a:buNone/>
            </a:pPr>
            <a:endParaRPr lang="zh-CN" altLang="en-US" sz="1800">
              <a:solidFill>
                <a:schemeClr val="tx1"/>
              </a:solidFill>
              <a:latin typeface="微软雅黑" panose="020B0503020204020204" charset="-122"/>
              <a:ea typeface="微软雅黑" panose="020B0503020204020204" charset="-122"/>
            </a:endParaRPr>
          </a:p>
        </p:txBody>
      </p:sp>
      <p:sp>
        <p:nvSpPr>
          <p:cNvPr id="4" name="AutoShape 4"/>
          <p:cNvSpPr/>
          <p:nvPr>
            <p:ph type="ftr" sz="quarter" idx="11"/>
          </p:nvPr>
        </p:nvSpPr>
        <p:spPr>
          <a:xfrm>
            <a:off x="4165600" y="6356350"/>
            <a:ext cx="3860800" cy="365125"/>
          </a:xfrm>
          <a:prstGeom prst="rect">
            <a:avLst/>
          </a:prstGeom>
        </p:spPr>
        <p:txBody>
          <a:bodyPr vert="horz" lIns="91440" tIns="45720" rIns="91440" bIns="45720" anchor="t"/>
          <a:p>
            <a:pPr marL="0" algn="l">
              <a:buNone/>
            </a:pPr>
          </a:p>
        </p:txBody>
      </p:sp>
      <p:sp>
        <p:nvSpPr>
          <p:cNvPr id="5" name="AutoShape 5"/>
          <p:cNvSpPr/>
          <p:nvPr>
            <p:ph type="sldNum" sz="quarter" idx="12"/>
          </p:nvPr>
        </p:nvSpPr>
        <p:spPr>
          <a:xfrm>
            <a:off x="9264352" y="6356350"/>
            <a:ext cx="2844800" cy="365125"/>
          </a:xfrm>
          <a:prstGeom prst="rect">
            <a:avLst/>
          </a:prstGeom>
        </p:spPr>
        <p:txBody>
          <a:bodyPr vert="horz" lIns="91440" tIns="45720" rIns="91440" bIns="45720" anchor="t"/>
          <a:p>
            <a:pPr marL="0" algn="l">
              <a:buNone/>
            </a:pPr>
            <a:fld id="{3386411A-70EE-422D-B97C-F56BEE3FF077}" type="slidenum">
              <a:rPr lang="zh-CN" altLang="en-US" sz="1800">
                <a:solidFill>
                  <a:schemeClr val="tx1"/>
                </a:solidFill>
                <a:latin typeface="微软雅黑" panose="020B0503020204020204" charset="-122"/>
                <a:ea typeface="微软雅黑" panose="020B0503020204020204" charset="-122"/>
              </a:rPr>
            </a:fld>
            <a:endParaRPr lang="zh-CN" altLang="en-US" sz="1800">
              <a:solidFill>
                <a:schemeClr val="tx1"/>
              </a:solidFill>
              <a:latin typeface="微软雅黑" panose="020B0503020204020204" charset="-122"/>
              <a:ea typeface="微软雅黑" panose="020B0503020204020204" charset="-122"/>
            </a:endParaRPr>
          </a:p>
        </p:txBody>
      </p:sp>
    </p:spTree>
  </p:cSld>
  <p:clrMapOvr>
    <a:masterClrMapping/>
  </p:clrMapOvr>
  <p:transition spd="med"/>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2_自定义版式">
    <p:bg>
      <p:bgPr>
        <a:solidFill>
          <a:srgbClr val="FFFFFF"/>
        </a:solidFill>
        <a:effectLst/>
      </p:bgPr>
    </p:bg>
    <p:spTree>
      <p:nvGrpSpPr>
        <p:cNvPr id="1" name=""/>
        <p:cNvGrpSpPr/>
        <p:nvPr/>
      </p:nvGrpSpPr>
      <p:grpSpPr>
        <a:xfrm>
          <a:off x="0" y="0"/>
          <a:ext cx="0" cy="0"/>
          <a:chOff x="0" y="0"/>
          <a:chExt cx="0" cy="0"/>
        </a:xfrm>
      </p:grpSpPr>
      <p:sp>
        <p:nvSpPr>
          <p:cNvPr id="2" name="AutoShape 2"/>
          <p:cNvSpPr/>
          <p:nvPr>
            <p:ph type="title"/>
          </p:nvPr>
        </p:nvSpPr>
        <p:spPr>
          <a:xfrm>
            <a:off x="609600" y="274638"/>
            <a:ext cx="10972800" cy="1143000"/>
          </a:xfrm>
          <a:prstGeom prst="rect">
            <a:avLst/>
          </a:prstGeom>
        </p:spPr>
        <p:txBody>
          <a:bodyPr vert="horz" lIns="91440" tIns="45720" rIns="91440" bIns="45720" anchor="t"/>
          <a:p>
            <a:pPr algn="l">
              <a:lnSpc>
                <a:spcPct val="90000"/>
              </a:lnSpc>
              <a:spcBef>
                <a:spcPct val="0"/>
              </a:spcBef>
              <a:buNone/>
            </a:pPr>
            <a:r>
              <a:rPr lang="zh-CN" altLang="en-US" sz="4400">
                <a:solidFill>
                  <a:schemeClr val="tx1"/>
                </a:solidFill>
                <a:latin typeface="微软雅黑" panose="020B0503020204020204" charset="-122"/>
                <a:ea typeface="微软雅黑" panose="020B0503020204020204" charset="-122"/>
              </a:rPr>
              <a:t>单击此处编辑母版标题样式</a:t>
            </a:r>
            <a:endParaRPr lang="zh-CN" altLang="en-US" sz="4400">
              <a:solidFill>
                <a:schemeClr val="tx1"/>
              </a:solidFill>
              <a:latin typeface="微软雅黑" panose="020B0503020204020204" charset="-122"/>
              <a:ea typeface="微软雅黑" panose="020B0503020204020204" charset="-122"/>
            </a:endParaRPr>
          </a:p>
        </p:txBody>
      </p:sp>
      <p:sp>
        <p:nvSpPr>
          <p:cNvPr id="3" name="AutoShape 3"/>
          <p:cNvSpPr/>
          <p:nvPr>
            <p:ph type="dt" sz="half" idx="10"/>
          </p:nvPr>
        </p:nvSpPr>
        <p:spPr>
          <a:xfrm>
            <a:off x="609600" y="6356350"/>
            <a:ext cx="2844800" cy="365125"/>
          </a:xfrm>
          <a:prstGeom prst="rect">
            <a:avLst/>
          </a:prstGeom>
        </p:spPr>
        <p:txBody>
          <a:bodyPr vert="horz" lIns="91440" tIns="45720" rIns="91440" bIns="45720" anchor="t"/>
          <a:p>
            <a:pPr marL="0" algn="l">
              <a:buNone/>
            </a:pPr>
            <a:endParaRPr lang="zh-CN" altLang="en-US" sz="1800">
              <a:solidFill>
                <a:schemeClr val="tx1"/>
              </a:solidFill>
              <a:latin typeface="微软雅黑" panose="020B0503020204020204" charset="-122"/>
              <a:ea typeface="微软雅黑" panose="020B0503020204020204" charset="-122"/>
            </a:endParaRPr>
          </a:p>
        </p:txBody>
      </p:sp>
      <p:sp>
        <p:nvSpPr>
          <p:cNvPr id="4" name="AutoShape 4"/>
          <p:cNvSpPr/>
          <p:nvPr>
            <p:ph type="ftr" sz="quarter" idx="11"/>
          </p:nvPr>
        </p:nvSpPr>
        <p:spPr>
          <a:xfrm>
            <a:off x="4165600" y="6356350"/>
            <a:ext cx="3860800" cy="365125"/>
          </a:xfrm>
          <a:prstGeom prst="rect">
            <a:avLst/>
          </a:prstGeom>
        </p:spPr>
        <p:txBody>
          <a:bodyPr vert="horz" lIns="91440" tIns="45720" rIns="91440" bIns="45720" anchor="t"/>
          <a:p>
            <a:pPr marL="0" algn="l">
              <a:buNone/>
            </a:pPr>
          </a:p>
        </p:txBody>
      </p:sp>
      <p:sp>
        <p:nvSpPr>
          <p:cNvPr id="5" name="AutoShape 5"/>
          <p:cNvSpPr/>
          <p:nvPr>
            <p:ph type="sldNum" sz="quarter" idx="12"/>
          </p:nvPr>
        </p:nvSpPr>
        <p:spPr>
          <a:xfrm>
            <a:off x="9264352" y="6356350"/>
            <a:ext cx="2844800" cy="365125"/>
          </a:xfrm>
          <a:prstGeom prst="rect">
            <a:avLst/>
          </a:prstGeom>
        </p:spPr>
        <p:txBody>
          <a:bodyPr vert="horz" lIns="91440" tIns="45720" rIns="91440" bIns="45720" anchor="t"/>
          <a:p>
            <a:pPr marL="0" algn="l">
              <a:buNone/>
            </a:pPr>
            <a:fld id="{3386411A-70EE-422D-B97C-F56BEE3FF077}" type="slidenum">
              <a:rPr lang="zh-CN" altLang="en-US" sz="1800">
                <a:solidFill>
                  <a:schemeClr val="tx1"/>
                </a:solidFill>
                <a:latin typeface="微软雅黑" panose="020B0503020204020204" charset="-122"/>
                <a:ea typeface="微软雅黑" panose="020B0503020204020204" charset="-122"/>
              </a:rPr>
            </a:fld>
            <a:endParaRPr lang="zh-CN" altLang="en-US" sz="1800">
              <a:solidFill>
                <a:schemeClr val="tx1"/>
              </a:solidFill>
              <a:latin typeface="微软雅黑" panose="020B0503020204020204" charset="-122"/>
              <a:ea typeface="微软雅黑" panose="020B0503020204020204" charset="-122"/>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3_标题和内容">
    <p:bg>
      <p:bgPr>
        <a:solidFill>
          <a:srgbClr val="FFFFFF"/>
        </a:solidFill>
        <a:effectLst/>
      </p:bgPr>
    </p:bg>
    <p:spTree>
      <p:nvGrpSpPr>
        <p:cNvPr id="1" name=""/>
        <p:cNvGrpSpPr/>
        <p:nvPr/>
      </p:nvGrpSpPr>
      <p:grpSpPr>
        <a:xfrm>
          <a:off x="0" y="0"/>
          <a:ext cx="0" cy="0"/>
          <a:chOff x="0" y="0"/>
          <a:chExt cx="0" cy="0"/>
        </a:xfrm>
      </p:grpSpPr>
      <p:sp>
        <p:nvSpPr>
          <p:cNvPr id="2" name="TextBox 2"/>
          <p:cNvSpPr txBox="1"/>
          <p:nvPr/>
        </p:nvSpPr>
        <p:spPr>
          <a:xfrm>
            <a:off x="154943" y="6537484"/>
            <a:ext cx="4682980" cy="273685"/>
          </a:xfrm>
          <a:prstGeom prst="rect">
            <a:avLst/>
          </a:prstGeom>
          <a:solidFill>
            <a:schemeClr val="bg1"/>
          </a:solidFill>
        </p:spPr>
        <p:txBody>
          <a:bodyPr vert="horz" wrap="square" lIns="91440" tIns="45720" rIns="91440" bIns="45720" rtlCol="0" anchor="t">
            <a:spAutoFit/>
          </a:bodyPr>
          <a:lstStyle/>
          <a:p>
            <a:pPr marL="0" marR="0" indent="0" algn="l" rtl="0" fontAlgn="auto">
              <a:lnSpc>
                <a:spcPct val="100000"/>
              </a:lnSpc>
              <a:spcBef>
                <a:spcPct val="0"/>
              </a:spcBef>
              <a:spcAft>
                <a:spcPct val="0"/>
              </a:spcAft>
              <a:buNone/>
              <a:defRPr/>
            </a:pPr>
            <a:r>
              <a:rPr lang="en-US" sz="1185" baseline="0">
                <a:solidFill>
                  <a:srgbClr val="FFFFFF">
                    <a:lumMod val="50000"/>
                  </a:srgbClr>
                </a:solidFill>
                <a:effectLst/>
                <a:latin typeface="宋体" panose="02010600030101010101" pitchFamily="2" charset="-122"/>
                <a:ea typeface="宋体" panose="02010600030101010101" pitchFamily="2" charset="-122"/>
              </a:rPr>
              <a:t>©CSG 2026. All Rights Reserved</a:t>
            </a:r>
            <a:endParaRPr lang="en-US" sz="1100"/>
          </a:p>
        </p:txBody>
      </p:sp>
      <p:cxnSp>
        <p:nvCxnSpPr>
          <p:cNvPr id="3" name="Connector 3"/>
          <p:cNvCxnSpPr/>
          <p:nvPr/>
        </p:nvCxnSpPr>
        <p:spPr>
          <a:xfrm>
            <a:off x="0" y="836814"/>
            <a:ext cx="12192175" cy="0"/>
          </a:xfrm>
          <a:prstGeom prst="line">
            <a:avLst/>
          </a:prstGeom>
          <a:ln w="6350" cap="flat" cmpd="sng">
            <a:solidFill>
              <a:schemeClr val="accent1"/>
            </a:solidFill>
            <a:prstDash val="solid"/>
          </a:ln>
        </p:spPr>
      </p:cxnSp>
      <p:sp>
        <p:nvSpPr>
          <p:cNvPr id="4" name="AutoShape 4"/>
          <p:cNvSpPr/>
          <p:nvPr>
            <p:ph type="body" sz="quarter" idx="16" hasCustomPrompt="1"/>
          </p:nvPr>
        </p:nvSpPr>
        <p:spPr>
          <a:xfrm>
            <a:off x="131765" y="88912"/>
            <a:ext cx="7323242" cy="677945"/>
          </a:xfrm>
          <a:prstGeom prst="rect">
            <a:avLst/>
          </a:prstGeom>
        </p:spPr>
        <p:txBody>
          <a:bodyPr vert="horz" lIns="91440" tIns="45720" rIns="91440" bIns="45720" anchor="ctr"/>
          <a:p>
            <a:pPr marL="0" marR="0" indent="0" algn="l" rtl="0">
              <a:lnSpc>
                <a:spcPct val="90000"/>
              </a:lnSpc>
              <a:spcBef>
                <a:spcPts val="2070"/>
              </a:spcBef>
              <a:spcAft>
                <a:spcPct val="0"/>
              </a:spcAft>
              <a:buNone/>
            </a:pPr>
            <a:r>
              <a:rPr lang="zh-CN" altLang="en-US" sz="4955" b="1">
                <a:solidFill>
                  <a:schemeClr val="tx1">
                    <a:lumMod val="65000"/>
                    <a:lumOff val="35000"/>
                  </a:schemeClr>
                </a:solidFill>
                <a:latin typeface="微软雅黑" panose="020B0503020204020204" charset="-122"/>
                <a:ea typeface="微软雅黑" panose="020B0503020204020204" charset="-122"/>
              </a:rPr>
              <a:t>标题：微软雅黑</a:t>
            </a:r>
            <a:r>
              <a:rPr lang="en-US" sz="4955" b="1">
                <a:solidFill>
                  <a:schemeClr val="tx1">
                    <a:lumMod val="65000"/>
                    <a:lumOff val="35000"/>
                  </a:schemeClr>
                </a:solidFill>
                <a:latin typeface="微软雅黑" panose="020B0503020204020204" charset="-122"/>
                <a:ea typeface="微软雅黑" panose="020B0503020204020204" charset="-122"/>
              </a:rPr>
              <a:t>24</a:t>
            </a:r>
            <a:r>
              <a:rPr lang="zh-CN" altLang="en-US" sz="4955" b="1">
                <a:solidFill>
                  <a:schemeClr val="tx1">
                    <a:lumMod val="65000"/>
                    <a:lumOff val="35000"/>
                  </a:schemeClr>
                </a:solidFill>
                <a:latin typeface="微软雅黑" panose="020B0503020204020204" charset="-122"/>
                <a:ea typeface="微软雅黑" panose="020B0503020204020204" charset="-122"/>
              </a:rPr>
              <a:t>号</a:t>
            </a:r>
            <a:endParaRPr lang="zh-CN" altLang="en-US" sz="4955" b="1">
              <a:solidFill>
                <a:schemeClr val="tx1">
                  <a:lumMod val="65000"/>
                  <a:lumOff val="35000"/>
                </a:schemeClr>
              </a:solidFill>
              <a:latin typeface="微软雅黑" panose="020B0503020204020204" charset="-122"/>
              <a:ea typeface="微软雅黑" panose="020B0503020204020204" charset="-122"/>
            </a:endParaRPr>
          </a:p>
        </p:txBody>
      </p:sp>
      <p:sp>
        <p:nvSpPr>
          <p:cNvPr id="5" name="AutoShape 5"/>
          <p:cNvSpPr/>
          <p:nvPr>
            <p:ph type="sldNum" sz="quarter" idx="4"/>
          </p:nvPr>
        </p:nvSpPr>
        <p:spPr>
          <a:xfrm>
            <a:off x="9389460" y="6422262"/>
            <a:ext cx="2743560" cy="364214"/>
          </a:xfrm>
          <a:prstGeom prst="rect">
            <a:avLst/>
          </a:prstGeom>
        </p:spPr>
        <p:txBody>
          <a:bodyPr vert="horz" lIns="91440" tIns="45720" rIns="91440" bIns="45720" anchor="ctr"/>
          <a:p>
            <a:pPr marL="0" algn="r">
              <a:buNone/>
            </a:pPr>
            <a:fld id="{3386411A-70EE-422D-B97C-F56BEE3FF077}" type="slidenum">
              <a:rPr lang="zh-CN" altLang="en-US" sz="1250" b="1">
                <a:solidFill>
                  <a:schemeClr val="tx1">
                    <a:tint val="75000"/>
                  </a:schemeClr>
                </a:solidFill>
                <a:latin typeface="微软雅黑" panose="020B0503020204020204" charset="-122"/>
                <a:ea typeface="微软雅黑" panose="020B0503020204020204" charset="-122"/>
              </a:rPr>
            </a:fld>
            <a:endParaRPr lang="zh-CN" altLang="en-US" sz="1250" b="1">
              <a:solidFill>
                <a:schemeClr val="tx1">
                  <a:tint val="75000"/>
                </a:schemeClr>
              </a:solidFill>
              <a:latin typeface="微软雅黑" panose="020B0503020204020204" charset="-122"/>
              <a:ea typeface="微软雅黑" panose="020B0503020204020204" charset="-122"/>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深色">
    <p:bg>
      <p:bgPr>
        <a:solidFill>
          <a:srgbClr val="FFFFFF"/>
        </a:solidFill>
        <a:effectLst/>
      </p:bgPr>
    </p:bg>
    <p:spTree>
      <p:nvGrpSpPr>
        <p:cNvPr id="1" name=""/>
        <p:cNvGrpSpPr/>
        <p:nvPr/>
      </p:nvGrpSpPr>
      <p:grpSpPr>
        <a:xfrm>
          <a:off x="0" y="0"/>
          <a:ext cx="0" cy="0"/>
          <a:chOff x="0" y="0"/>
          <a:chExt cx="0" cy="0"/>
        </a:xfrm>
      </p:grpSpPr>
      <p:sp>
        <p:nvSpPr>
          <p:cNvPr id="2" name="AutoShape 2"/>
          <p:cNvSpPr/>
          <p:nvPr/>
        </p:nvSpPr>
        <p:spPr>
          <a:xfrm>
            <a:off x="1" y="246509"/>
            <a:ext cx="179511" cy="288032"/>
          </a:xfrm>
          <a:prstGeom prst="rect">
            <a:avLst/>
          </a:prstGeom>
          <a:solidFill>
            <a:srgbClr val="103070"/>
          </a:solidFill>
          <a:ln>
            <a:noFill/>
          </a:ln>
        </p:spPr>
        <p:txBody>
          <a:bodyPr vert="horz" lIns="91440" tIns="45720" rIns="91440" bIns="45720" anchor="ctr"/>
          <a:p>
            <a:pPr marL="0" algn="ctr"/>
          </a:p>
        </p:txBody>
      </p:sp>
      <p:grpSp>
        <p:nvGrpSpPr>
          <p:cNvPr id="3" name="Group 3"/>
          <p:cNvGrpSpPr/>
          <p:nvPr/>
        </p:nvGrpSpPr>
        <p:grpSpPr>
          <a:xfrm>
            <a:off x="10112946" y="254375"/>
            <a:ext cx="1660462" cy="306662"/>
            <a:chOff x="11204323" y="3707777"/>
            <a:chExt cx="1660462" cy="306662"/>
          </a:xfrm>
        </p:grpSpPr>
        <p:sp>
          <p:nvSpPr>
            <p:cNvPr id="4" name="Freeform 4"/>
            <p:cNvSpPr/>
            <p:nvPr/>
          </p:nvSpPr>
          <p:spPr>
            <a:xfrm>
              <a:off x="11204323" y="3707777"/>
              <a:ext cx="404082" cy="306662"/>
            </a:xfrm>
            <a:custGeom>
              <a:avLst/>
              <a:gdLst/>
              <a:ahLst/>
              <a:cxnLst/>
              <a:rect l="l" t="t" r="r" b="b"/>
              <a:pathLst>
                <a:path w="252" h="191">
                  <a:moveTo>
                    <a:pt x="252" y="72"/>
                  </a:moveTo>
                  <a:cubicBezTo>
                    <a:pt x="252" y="47"/>
                    <a:pt x="252" y="47"/>
                    <a:pt x="252" y="47"/>
                  </a:cubicBezTo>
                  <a:cubicBezTo>
                    <a:pt x="252" y="47"/>
                    <a:pt x="175" y="47"/>
                    <a:pt x="174" y="47"/>
                  </a:cubicBezTo>
                  <a:cubicBezTo>
                    <a:pt x="174" y="45"/>
                    <a:pt x="174" y="0"/>
                    <a:pt x="174" y="0"/>
                  </a:cubicBezTo>
                  <a:cubicBezTo>
                    <a:pt x="173" y="0"/>
                    <a:pt x="173" y="0"/>
                    <a:pt x="173" y="0"/>
                  </a:cubicBezTo>
                  <a:cubicBezTo>
                    <a:pt x="144" y="0"/>
                    <a:pt x="144" y="0"/>
                    <a:pt x="144" y="0"/>
                  </a:cubicBezTo>
                  <a:cubicBezTo>
                    <a:pt x="144" y="0"/>
                    <a:pt x="144" y="33"/>
                    <a:pt x="144" y="35"/>
                  </a:cubicBezTo>
                  <a:cubicBezTo>
                    <a:pt x="123" y="26"/>
                    <a:pt x="79" y="19"/>
                    <a:pt x="31" y="19"/>
                  </a:cubicBezTo>
                  <a:cubicBezTo>
                    <a:pt x="0" y="19"/>
                    <a:pt x="0" y="19"/>
                    <a:pt x="0" y="19"/>
                  </a:cubicBezTo>
                  <a:cubicBezTo>
                    <a:pt x="0" y="45"/>
                    <a:pt x="0" y="45"/>
                    <a:pt x="0" y="45"/>
                  </a:cubicBezTo>
                  <a:cubicBezTo>
                    <a:pt x="31" y="45"/>
                    <a:pt x="31" y="45"/>
                    <a:pt x="31" y="45"/>
                  </a:cubicBezTo>
                  <a:cubicBezTo>
                    <a:pt x="80" y="45"/>
                    <a:pt x="124" y="51"/>
                    <a:pt x="144" y="61"/>
                  </a:cubicBezTo>
                  <a:cubicBezTo>
                    <a:pt x="144" y="62"/>
                    <a:pt x="144" y="73"/>
                    <a:pt x="144" y="75"/>
                  </a:cubicBezTo>
                  <a:cubicBezTo>
                    <a:pt x="123" y="65"/>
                    <a:pt x="79" y="59"/>
                    <a:pt x="31" y="59"/>
                  </a:cubicBezTo>
                  <a:cubicBezTo>
                    <a:pt x="0" y="59"/>
                    <a:pt x="0" y="59"/>
                    <a:pt x="0" y="59"/>
                  </a:cubicBezTo>
                  <a:cubicBezTo>
                    <a:pt x="0" y="84"/>
                    <a:pt x="0" y="84"/>
                    <a:pt x="0" y="84"/>
                  </a:cubicBezTo>
                  <a:cubicBezTo>
                    <a:pt x="31" y="84"/>
                    <a:pt x="31" y="84"/>
                    <a:pt x="31" y="84"/>
                  </a:cubicBezTo>
                  <a:cubicBezTo>
                    <a:pt x="80" y="84"/>
                    <a:pt x="124" y="90"/>
                    <a:pt x="144" y="100"/>
                  </a:cubicBezTo>
                  <a:cubicBezTo>
                    <a:pt x="144" y="101"/>
                    <a:pt x="144" y="112"/>
                    <a:pt x="144" y="114"/>
                  </a:cubicBezTo>
                  <a:cubicBezTo>
                    <a:pt x="123" y="105"/>
                    <a:pt x="79" y="98"/>
                    <a:pt x="31" y="98"/>
                  </a:cubicBezTo>
                  <a:cubicBezTo>
                    <a:pt x="0" y="98"/>
                    <a:pt x="0" y="98"/>
                    <a:pt x="0" y="98"/>
                  </a:cubicBezTo>
                  <a:cubicBezTo>
                    <a:pt x="0" y="124"/>
                    <a:pt x="0" y="124"/>
                    <a:pt x="0" y="124"/>
                  </a:cubicBezTo>
                  <a:cubicBezTo>
                    <a:pt x="31" y="124"/>
                    <a:pt x="31" y="124"/>
                    <a:pt x="31" y="124"/>
                  </a:cubicBezTo>
                  <a:cubicBezTo>
                    <a:pt x="80" y="124"/>
                    <a:pt x="124" y="130"/>
                    <a:pt x="144" y="140"/>
                  </a:cubicBezTo>
                  <a:cubicBezTo>
                    <a:pt x="144" y="141"/>
                    <a:pt x="144" y="191"/>
                    <a:pt x="144" y="191"/>
                  </a:cubicBezTo>
                  <a:cubicBezTo>
                    <a:pt x="252" y="191"/>
                    <a:pt x="252" y="191"/>
                    <a:pt x="252" y="191"/>
                  </a:cubicBezTo>
                  <a:cubicBezTo>
                    <a:pt x="252" y="166"/>
                    <a:pt x="252" y="166"/>
                    <a:pt x="252" y="166"/>
                  </a:cubicBezTo>
                  <a:cubicBezTo>
                    <a:pt x="252" y="166"/>
                    <a:pt x="175" y="166"/>
                    <a:pt x="174" y="166"/>
                  </a:cubicBezTo>
                  <a:cubicBezTo>
                    <a:pt x="174" y="164"/>
                    <a:pt x="174" y="153"/>
                    <a:pt x="174" y="152"/>
                  </a:cubicBezTo>
                  <a:cubicBezTo>
                    <a:pt x="175" y="152"/>
                    <a:pt x="252" y="152"/>
                    <a:pt x="252" y="152"/>
                  </a:cubicBezTo>
                  <a:cubicBezTo>
                    <a:pt x="252" y="126"/>
                    <a:pt x="252" y="126"/>
                    <a:pt x="252" y="126"/>
                  </a:cubicBezTo>
                  <a:cubicBezTo>
                    <a:pt x="252" y="126"/>
                    <a:pt x="175" y="126"/>
                    <a:pt x="174" y="126"/>
                  </a:cubicBezTo>
                  <a:cubicBezTo>
                    <a:pt x="174" y="125"/>
                    <a:pt x="174" y="113"/>
                    <a:pt x="174" y="112"/>
                  </a:cubicBezTo>
                  <a:cubicBezTo>
                    <a:pt x="175" y="112"/>
                    <a:pt x="252" y="112"/>
                    <a:pt x="252" y="112"/>
                  </a:cubicBezTo>
                  <a:cubicBezTo>
                    <a:pt x="252" y="87"/>
                    <a:pt x="252" y="87"/>
                    <a:pt x="252" y="87"/>
                  </a:cubicBezTo>
                  <a:cubicBezTo>
                    <a:pt x="252" y="87"/>
                    <a:pt x="175" y="87"/>
                    <a:pt x="174" y="87"/>
                  </a:cubicBezTo>
                  <a:cubicBezTo>
                    <a:pt x="174" y="85"/>
                    <a:pt x="174" y="74"/>
                    <a:pt x="174" y="72"/>
                  </a:cubicBezTo>
                  <a:cubicBezTo>
                    <a:pt x="175" y="72"/>
                    <a:pt x="252" y="72"/>
                    <a:pt x="252" y="72"/>
                  </a:cubicBezTo>
                  <a:close/>
                </a:path>
              </a:pathLst>
            </a:custGeom>
            <a:solidFill>
              <a:srgbClr val="103070"/>
            </a:solidFill>
            <a:ln>
              <a:noFill/>
            </a:ln>
          </p:spPr>
          <p:txBody>
            <a:bodyPr vert="horz" wrap="square" lIns="91440" tIns="45720" rIns="91440" bIns="45720" anchor="t"/>
            <a:p>
              <a:pPr marL="0" algn="l"/>
            </a:p>
          </p:txBody>
        </p:sp>
        <p:grpSp>
          <p:nvGrpSpPr>
            <p:cNvPr id="5" name="Group 5"/>
            <p:cNvGrpSpPr/>
            <p:nvPr/>
          </p:nvGrpSpPr>
          <p:grpSpPr>
            <a:xfrm>
              <a:off x="11750360" y="3736489"/>
              <a:ext cx="1114425" cy="249238"/>
              <a:chOff x="10559193" y="4266059"/>
              <a:chExt cx="1114425" cy="249238"/>
            </a:xfrm>
          </p:grpSpPr>
          <p:sp>
            <p:nvSpPr>
              <p:cNvPr id="6" name="Freeform 6"/>
              <p:cNvSpPr/>
              <p:nvPr/>
            </p:nvSpPr>
            <p:spPr>
              <a:xfrm>
                <a:off x="10559193" y="4269234"/>
                <a:ext cx="158750" cy="149225"/>
              </a:xfrm>
              <a:custGeom>
                <a:avLst/>
                <a:gdLst/>
                <a:ahLst/>
                <a:cxnLst/>
                <a:rect l="l" t="t" r="r" b="b"/>
                <a:pathLst>
                  <a:path w="100" h="94">
                    <a:moveTo>
                      <a:pt x="15" y="30"/>
                    </a:moveTo>
                    <a:lnTo>
                      <a:pt x="42" y="30"/>
                    </a:lnTo>
                    <a:lnTo>
                      <a:pt x="42" y="49"/>
                    </a:lnTo>
                    <a:lnTo>
                      <a:pt x="15" y="49"/>
                    </a:lnTo>
                    <a:lnTo>
                      <a:pt x="15" y="30"/>
                    </a:lnTo>
                    <a:close/>
                    <a:moveTo>
                      <a:pt x="15" y="64"/>
                    </a:moveTo>
                    <a:lnTo>
                      <a:pt x="15" y="62"/>
                    </a:lnTo>
                    <a:lnTo>
                      <a:pt x="42" y="62"/>
                    </a:lnTo>
                    <a:lnTo>
                      <a:pt x="42" y="81"/>
                    </a:lnTo>
                    <a:lnTo>
                      <a:pt x="42" y="94"/>
                    </a:lnTo>
                    <a:lnTo>
                      <a:pt x="59" y="94"/>
                    </a:lnTo>
                    <a:lnTo>
                      <a:pt x="57" y="81"/>
                    </a:lnTo>
                    <a:lnTo>
                      <a:pt x="57" y="62"/>
                    </a:lnTo>
                    <a:lnTo>
                      <a:pt x="83" y="62"/>
                    </a:lnTo>
                    <a:lnTo>
                      <a:pt x="83" y="64"/>
                    </a:lnTo>
                    <a:lnTo>
                      <a:pt x="100" y="64"/>
                    </a:lnTo>
                    <a:lnTo>
                      <a:pt x="100" y="51"/>
                    </a:lnTo>
                    <a:lnTo>
                      <a:pt x="100" y="28"/>
                    </a:lnTo>
                    <a:lnTo>
                      <a:pt x="100" y="18"/>
                    </a:lnTo>
                    <a:lnTo>
                      <a:pt x="87" y="18"/>
                    </a:lnTo>
                    <a:lnTo>
                      <a:pt x="57" y="18"/>
                    </a:lnTo>
                    <a:lnTo>
                      <a:pt x="57" y="13"/>
                    </a:lnTo>
                    <a:lnTo>
                      <a:pt x="59" y="0"/>
                    </a:lnTo>
                    <a:lnTo>
                      <a:pt x="42" y="0"/>
                    </a:lnTo>
                    <a:lnTo>
                      <a:pt x="42" y="13"/>
                    </a:lnTo>
                    <a:lnTo>
                      <a:pt x="42" y="18"/>
                    </a:lnTo>
                    <a:lnTo>
                      <a:pt x="13" y="18"/>
                    </a:lnTo>
                    <a:lnTo>
                      <a:pt x="0" y="18"/>
                    </a:lnTo>
                    <a:lnTo>
                      <a:pt x="0" y="28"/>
                    </a:lnTo>
                    <a:lnTo>
                      <a:pt x="0" y="51"/>
                    </a:lnTo>
                    <a:lnTo>
                      <a:pt x="0" y="64"/>
                    </a:lnTo>
                    <a:lnTo>
                      <a:pt x="15" y="64"/>
                    </a:lnTo>
                    <a:close/>
                    <a:moveTo>
                      <a:pt x="57" y="49"/>
                    </a:moveTo>
                    <a:lnTo>
                      <a:pt x="57" y="30"/>
                    </a:lnTo>
                    <a:lnTo>
                      <a:pt x="83" y="30"/>
                    </a:lnTo>
                    <a:lnTo>
                      <a:pt x="83" y="49"/>
                    </a:lnTo>
                    <a:lnTo>
                      <a:pt x="57" y="49"/>
                    </a:lnTo>
                    <a:close/>
                  </a:path>
                </a:pathLst>
              </a:custGeom>
              <a:solidFill>
                <a:srgbClr val="000000"/>
              </a:solidFill>
              <a:ln>
                <a:noFill/>
              </a:ln>
            </p:spPr>
            <p:txBody>
              <a:bodyPr vert="horz" wrap="square" lIns="91440" tIns="45720" rIns="91440" bIns="45720" anchor="t"/>
              <a:p>
                <a:pPr marL="0" algn="l"/>
              </a:p>
            </p:txBody>
          </p:sp>
          <p:sp>
            <p:nvSpPr>
              <p:cNvPr id="7" name="Freeform 7"/>
              <p:cNvSpPr/>
              <p:nvPr/>
            </p:nvSpPr>
            <p:spPr>
              <a:xfrm>
                <a:off x="10751281" y="4273996"/>
                <a:ext cx="158750" cy="141288"/>
              </a:xfrm>
              <a:custGeom>
                <a:avLst/>
                <a:gdLst/>
                <a:ahLst/>
                <a:cxnLst/>
                <a:rect l="l" t="t" r="r" b="b"/>
                <a:pathLst>
                  <a:path w="53" h="47">
                    <a:moveTo>
                      <a:pt x="30" y="32"/>
                    </a:moveTo>
                    <a:cubicBezTo>
                      <a:pt x="30" y="25"/>
                      <a:pt x="30" y="25"/>
                      <a:pt x="30" y="25"/>
                    </a:cubicBezTo>
                    <a:cubicBezTo>
                      <a:pt x="35" y="25"/>
                      <a:pt x="35" y="25"/>
                      <a:pt x="35" y="25"/>
                    </a:cubicBezTo>
                    <a:cubicBezTo>
                      <a:pt x="33" y="26"/>
                      <a:pt x="32" y="27"/>
                      <a:pt x="31" y="27"/>
                    </a:cubicBezTo>
                    <a:cubicBezTo>
                      <a:pt x="33" y="29"/>
                      <a:pt x="35" y="30"/>
                      <a:pt x="35" y="31"/>
                    </a:cubicBezTo>
                    <a:cubicBezTo>
                      <a:pt x="36" y="31"/>
                      <a:pt x="36" y="32"/>
                      <a:pt x="36" y="32"/>
                    </a:cubicBezTo>
                    <a:lnTo>
                      <a:pt x="30" y="32"/>
                    </a:lnTo>
                    <a:close/>
                    <a:moveTo>
                      <a:pt x="9" y="38"/>
                    </a:moveTo>
                    <a:cubicBezTo>
                      <a:pt x="14" y="37"/>
                      <a:pt x="14" y="37"/>
                      <a:pt x="14" y="37"/>
                    </a:cubicBezTo>
                    <a:cubicBezTo>
                      <a:pt x="38" y="37"/>
                      <a:pt x="38" y="37"/>
                      <a:pt x="38" y="37"/>
                    </a:cubicBezTo>
                    <a:cubicBezTo>
                      <a:pt x="44" y="38"/>
                      <a:pt x="44" y="38"/>
                      <a:pt x="44" y="38"/>
                    </a:cubicBezTo>
                    <a:cubicBezTo>
                      <a:pt x="44" y="32"/>
                      <a:pt x="44" y="32"/>
                      <a:pt x="44" y="32"/>
                    </a:cubicBezTo>
                    <a:cubicBezTo>
                      <a:pt x="40" y="32"/>
                      <a:pt x="40" y="32"/>
                      <a:pt x="40" y="32"/>
                    </a:cubicBezTo>
                    <a:cubicBezTo>
                      <a:pt x="41" y="31"/>
                      <a:pt x="42" y="30"/>
                      <a:pt x="42" y="29"/>
                    </a:cubicBezTo>
                    <a:cubicBezTo>
                      <a:pt x="41" y="28"/>
                      <a:pt x="41" y="28"/>
                      <a:pt x="41" y="28"/>
                    </a:cubicBezTo>
                    <a:cubicBezTo>
                      <a:pt x="39" y="26"/>
                      <a:pt x="39" y="26"/>
                      <a:pt x="39" y="26"/>
                    </a:cubicBezTo>
                    <a:cubicBezTo>
                      <a:pt x="38" y="26"/>
                      <a:pt x="38" y="26"/>
                      <a:pt x="37" y="25"/>
                    </a:cubicBezTo>
                    <a:cubicBezTo>
                      <a:pt x="42" y="25"/>
                      <a:pt x="42" y="25"/>
                      <a:pt x="42" y="25"/>
                    </a:cubicBezTo>
                    <a:cubicBezTo>
                      <a:pt x="42" y="20"/>
                      <a:pt x="42" y="20"/>
                      <a:pt x="42" y="20"/>
                    </a:cubicBezTo>
                    <a:cubicBezTo>
                      <a:pt x="38" y="20"/>
                      <a:pt x="38" y="20"/>
                      <a:pt x="38" y="20"/>
                    </a:cubicBezTo>
                    <a:cubicBezTo>
                      <a:pt x="30" y="20"/>
                      <a:pt x="30" y="20"/>
                      <a:pt x="30" y="20"/>
                    </a:cubicBezTo>
                    <a:cubicBezTo>
                      <a:pt x="30" y="14"/>
                      <a:pt x="30" y="14"/>
                      <a:pt x="30" y="14"/>
                    </a:cubicBezTo>
                    <a:cubicBezTo>
                      <a:pt x="38" y="14"/>
                      <a:pt x="38" y="14"/>
                      <a:pt x="38" y="14"/>
                    </a:cubicBezTo>
                    <a:cubicBezTo>
                      <a:pt x="44" y="15"/>
                      <a:pt x="44" y="15"/>
                      <a:pt x="44" y="15"/>
                    </a:cubicBezTo>
                    <a:cubicBezTo>
                      <a:pt x="44" y="9"/>
                      <a:pt x="44" y="9"/>
                      <a:pt x="44" y="9"/>
                    </a:cubicBezTo>
                    <a:cubicBezTo>
                      <a:pt x="38" y="9"/>
                      <a:pt x="38" y="9"/>
                      <a:pt x="38" y="9"/>
                    </a:cubicBezTo>
                    <a:cubicBezTo>
                      <a:pt x="15" y="9"/>
                      <a:pt x="15" y="9"/>
                      <a:pt x="15" y="9"/>
                    </a:cubicBezTo>
                    <a:cubicBezTo>
                      <a:pt x="10" y="9"/>
                      <a:pt x="10" y="9"/>
                      <a:pt x="10" y="9"/>
                    </a:cubicBezTo>
                    <a:cubicBezTo>
                      <a:pt x="10" y="15"/>
                      <a:pt x="10" y="15"/>
                      <a:pt x="10" y="15"/>
                    </a:cubicBezTo>
                    <a:cubicBezTo>
                      <a:pt x="15" y="14"/>
                      <a:pt x="15" y="14"/>
                      <a:pt x="15" y="14"/>
                    </a:cubicBezTo>
                    <a:cubicBezTo>
                      <a:pt x="23" y="14"/>
                      <a:pt x="23" y="14"/>
                      <a:pt x="23" y="14"/>
                    </a:cubicBezTo>
                    <a:cubicBezTo>
                      <a:pt x="23" y="20"/>
                      <a:pt x="23" y="20"/>
                      <a:pt x="23" y="20"/>
                    </a:cubicBezTo>
                    <a:cubicBezTo>
                      <a:pt x="17" y="20"/>
                      <a:pt x="17" y="20"/>
                      <a:pt x="17" y="20"/>
                    </a:cubicBezTo>
                    <a:cubicBezTo>
                      <a:pt x="11" y="20"/>
                      <a:pt x="11" y="20"/>
                      <a:pt x="11" y="20"/>
                    </a:cubicBezTo>
                    <a:cubicBezTo>
                      <a:pt x="11" y="25"/>
                      <a:pt x="11" y="25"/>
                      <a:pt x="11" y="25"/>
                    </a:cubicBezTo>
                    <a:cubicBezTo>
                      <a:pt x="17" y="25"/>
                      <a:pt x="17" y="25"/>
                      <a:pt x="17" y="25"/>
                    </a:cubicBezTo>
                    <a:cubicBezTo>
                      <a:pt x="23" y="25"/>
                      <a:pt x="23" y="25"/>
                      <a:pt x="23" y="25"/>
                    </a:cubicBezTo>
                    <a:cubicBezTo>
                      <a:pt x="23" y="32"/>
                      <a:pt x="23" y="32"/>
                      <a:pt x="23" y="32"/>
                    </a:cubicBezTo>
                    <a:cubicBezTo>
                      <a:pt x="14" y="32"/>
                      <a:pt x="14" y="32"/>
                      <a:pt x="14" y="32"/>
                    </a:cubicBezTo>
                    <a:cubicBezTo>
                      <a:pt x="9" y="32"/>
                      <a:pt x="9" y="32"/>
                      <a:pt x="9" y="32"/>
                    </a:cubicBezTo>
                    <a:lnTo>
                      <a:pt x="9" y="38"/>
                    </a:lnTo>
                    <a:close/>
                    <a:moveTo>
                      <a:pt x="1" y="6"/>
                    </a:moveTo>
                    <a:cubicBezTo>
                      <a:pt x="1" y="41"/>
                      <a:pt x="1" y="41"/>
                      <a:pt x="1" y="41"/>
                    </a:cubicBezTo>
                    <a:cubicBezTo>
                      <a:pt x="0" y="47"/>
                      <a:pt x="0" y="47"/>
                      <a:pt x="0" y="47"/>
                    </a:cubicBezTo>
                    <a:cubicBezTo>
                      <a:pt x="8" y="47"/>
                      <a:pt x="8" y="47"/>
                      <a:pt x="8" y="47"/>
                    </a:cubicBezTo>
                    <a:cubicBezTo>
                      <a:pt x="8" y="46"/>
                      <a:pt x="8" y="46"/>
                      <a:pt x="8" y="46"/>
                    </a:cubicBezTo>
                    <a:cubicBezTo>
                      <a:pt x="45" y="46"/>
                      <a:pt x="45" y="46"/>
                      <a:pt x="45" y="46"/>
                    </a:cubicBezTo>
                    <a:cubicBezTo>
                      <a:pt x="45" y="47"/>
                      <a:pt x="45" y="47"/>
                      <a:pt x="45" y="47"/>
                    </a:cubicBezTo>
                    <a:cubicBezTo>
                      <a:pt x="53" y="47"/>
                      <a:pt x="53" y="47"/>
                      <a:pt x="53" y="47"/>
                    </a:cubicBezTo>
                    <a:cubicBezTo>
                      <a:pt x="53" y="41"/>
                      <a:pt x="53" y="41"/>
                      <a:pt x="53" y="41"/>
                    </a:cubicBezTo>
                    <a:cubicBezTo>
                      <a:pt x="53" y="6"/>
                      <a:pt x="53" y="6"/>
                      <a:pt x="53" y="6"/>
                    </a:cubicBezTo>
                    <a:cubicBezTo>
                      <a:pt x="53" y="0"/>
                      <a:pt x="53" y="0"/>
                      <a:pt x="53" y="0"/>
                    </a:cubicBezTo>
                    <a:cubicBezTo>
                      <a:pt x="47" y="0"/>
                      <a:pt x="47" y="0"/>
                      <a:pt x="47" y="0"/>
                    </a:cubicBezTo>
                    <a:cubicBezTo>
                      <a:pt x="7" y="0"/>
                      <a:pt x="7" y="0"/>
                      <a:pt x="7" y="0"/>
                    </a:cubicBezTo>
                    <a:cubicBezTo>
                      <a:pt x="0" y="0"/>
                      <a:pt x="0" y="0"/>
                      <a:pt x="0" y="0"/>
                    </a:cubicBezTo>
                    <a:lnTo>
                      <a:pt x="1" y="6"/>
                    </a:lnTo>
                    <a:close/>
                    <a:moveTo>
                      <a:pt x="8" y="6"/>
                    </a:moveTo>
                    <a:cubicBezTo>
                      <a:pt x="45" y="6"/>
                      <a:pt x="45" y="6"/>
                      <a:pt x="45" y="6"/>
                    </a:cubicBezTo>
                    <a:cubicBezTo>
                      <a:pt x="45" y="40"/>
                      <a:pt x="45" y="40"/>
                      <a:pt x="45" y="40"/>
                    </a:cubicBezTo>
                    <a:cubicBezTo>
                      <a:pt x="8" y="40"/>
                      <a:pt x="8" y="40"/>
                      <a:pt x="8" y="40"/>
                    </a:cubicBezTo>
                    <a:lnTo>
                      <a:pt x="8" y="6"/>
                    </a:lnTo>
                    <a:close/>
                  </a:path>
                </a:pathLst>
              </a:custGeom>
              <a:solidFill>
                <a:srgbClr val="000000"/>
              </a:solidFill>
              <a:ln>
                <a:noFill/>
              </a:ln>
            </p:spPr>
            <p:txBody>
              <a:bodyPr vert="horz" wrap="square" lIns="91440" tIns="45720" rIns="91440" bIns="45720" anchor="t"/>
              <a:p>
                <a:pPr marL="0" algn="l"/>
              </a:p>
            </p:txBody>
          </p:sp>
          <p:sp>
            <p:nvSpPr>
              <p:cNvPr id="8" name="Freeform 8"/>
              <p:cNvSpPr/>
              <p:nvPr/>
            </p:nvSpPr>
            <p:spPr>
              <a:xfrm>
                <a:off x="10938606" y="4269234"/>
                <a:ext cx="166688" cy="149225"/>
              </a:xfrm>
              <a:custGeom>
                <a:avLst/>
                <a:gdLst/>
                <a:ahLst/>
                <a:cxnLst/>
                <a:rect l="l" t="t" r="r" b="b"/>
                <a:pathLst>
                  <a:path w="56" h="50">
                    <a:moveTo>
                      <a:pt x="33" y="21"/>
                    </a:moveTo>
                    <a:cubicBezTo>
                      <a:pt x="32" y="22"/>
                      <a:pt x="32" y="23"/>
                      <a:pt x="31" y="24"/>
                    </a:cubicBezTo>
                    <a:cubicBezTo>
                      <a:pt x="31" y="24"/>
                      <a:pt x="30" y="25"/>
                      <a:pt x="30" y="26"/>
                    </a:cubicBezTo>
                    <a:cubicBezTo>
                      <a:pt x="30" y="26"/>
                      <a:pt x="31" y="26"/>
                      <a:pt x="32" y="26"/>
                    </a:cubicBezTo>
                    <a:cubicBezTo>
                      <a:pt x="25" y="26"/>
                      <a:pt x="25" y="26"/>
                      <a:pt x="25" y="26"/>
                    </a:cubicBezTo>
                    <a:cubicBezTo>
                      <a:pt x="25" y="26"/>
                      <a:pt x="26" y="25"/>
                      <a:pt x="27" y="25"/>
                    </a:cubicBezTo>
                    <a:cubicBezTo>
                      <a:pt x="26" y="23"/>
                      <a:pt x="26" y="23"/>
                      <a:pt x="26" y="23"/>
                    </a:cubicBezTo>
                    <a:cubicBezTo>
                      <a:pt x="24" y="22"/>
                      <a:pt x="24" y="22"/>
                      <a:pt x="24" y="22"/>
                    </a:cubicBezTo>
                    <a:cubicBezTo>
                      <a:pt x="24" y="22"/>
                      <a:pt x="24" y="21"/>
                      <a:pt x="23" y="21"/>
                    </a:cubicBezTo>
                    <a:lnTo>
                      <a:pt x="33" y="21"/>
                    </a:lnTo>
                    <a:close/>
                    <a:moveTo>
                      <a:pt x="0" y="12"/>
                    </a:moveTo>
                    <a:cubicBezTo>
                      <a:pt x="6" y="12"/>
                      <a:pt x="6" y="12"/>
                      <a:pt x="6" y="12"/>
                    </a:cubicBezTo>
                    <a:cubicBezTo>
                      <a:pt x="24" y="12"/>
                      <a:pt x="24" y="12"/>
                      <a:pt x="24" y="12"/>
                    </a:cubicBezTo>
                    <a:cubicBezTo>
                      <a:pt x="24" y="15"/>
                      <a:pt x="24" y="15"/>
                      <a:pt x="24" y="15"/>
                    </a:cubicBezTo>
                    <a:cubicBezTo>
                      <a:pt x="9" y="15"/>
                      <a:pt x="9" y="15"/>
                      <a:pt x="9" y="15"/>
                    </a:cubicBezTo>
                    <a:cubicBezTo>
                      <a:pt x="3" y="15"/>
                      <a:pt x="3" y="15"/>
                      <a:pt x="3" y="15"/>
                    </a:cubicBezTo>
                    <a:cubicBezTo>
                      <a:pt x="3" y="20"/>
                      <a:pt x="3" y="20"/>
                      <a:pt x="3" y="20"/>
                    </a:cubicBezTo>
                    <a:cubicBezTo>
                      <a:pt x="3" y="42"/>
                      <a:pt x="3" y="42"/>
                      <a:pt x="3" y="42"/>
                    </a:cubicBezTo>
                    <a:cubicBezTo>
                      <a:pt x="3" y="49"/>
                      <a:pt x="3" y="49"/>
                      <a:pt x="3" y="49"/>
                    </a:cubicBezTo>
                    <a:cubicBezTo>
                      <a:pt x="11" y="49"/>
                      <a:pt x="11" y="49"/>
                      <a:pt x="11" y="49"/>
                    </a:cubicBezTo>
                    <a:cubicBezTo>
                      <a:pt x="11" y="42"/>
                      <a:pt x="11" y="42"/>
                      <a:pt x="11" y="42"/>
                    </a:cubicBezTo>
                    <a:cubicBezTo>
                      <a:pt x="11" y="21"/>
                      <a:pt x="11" y="21"/>
                      <a:pt x="11" y="21"/>
                    </a:cubicBezTo>
                    <a:cubicBezTo>
                      <a:pt x="19" y="21"/>
                      <a:pt x="19" y="21"/>
                      <a:pt x="19" y="21"/>
                    </a:cubicBezTo>
                    <a:cubicBezTo>
                      <a:pt x="19" y="21"/>
                      <a:pt x="18" y="22"/>
                      <a:pt x="17" y="22"/>
                    </a:cubicBezTo>
                    <a:cubicBezTo>
                      <a:pt x="18" y="23"/>
                      <a:pt x="19" y="24"/>
                      <a:pt x="19" y="25"/>
                    </a:cubicBezTo>
                    <a:cubicBezTo>
                      <a:pt x="19" y="25"/>
                      <a:pt x="20" y="26"/>
                      <a:pt x="20" y="26"/>
                    </a:cubicBezTo>
                    <a:cubicBezTo>
                      <a:pt x="18" y="26"/>
                      <a:pt x="18" y="26"/>
                      <a:pt x="18" y="26"/>
                    </a:cubicBezTo>
                    <a:cubicBezTo>
                      <a:pt x="13" y="26"/>
                      <a:pt x="13" y="26"/>
                      <a:pt x="13" y="26"/>
                    </a:cubicBezTo>
                    <a:cubicBezTo>
                      <a:pt x="13" y="32"/>
                      <a:pt x="13" y="32"/>
                      <a:pt x="13" y="32"/>
                    </a:cubicBezTo>
                    <a:cubicBezTo>
                      <a:pt x="18" y="32"/>
                      <a:pt x="18" y="32"/>
                      <a:pt x="18" y="32"/>
                    </a:cubicBezTo>
                    <a:cubicBezTo>
                      <a:pt x="25" y="32"/>
                      <a:pt x="25" y="32"/>
                      <a:pt x="25" y="32"/>
                    </a:cubicBezTo>
                    <a:cubicBezTo>
                      <a:pt x="25" y="34"/>
                      <a:pt x="25" y="34"/>
                      <a:pt x="25" y="34"/>
                    </a:cubicBezTo>
                    <a:cubicBezTo>
                      <a:pt x="20" y="34"/>
                      <a:pt x="20" y="34"/>
                      <a:pt x="20" y="34"/>
                    </a:cubicBezTo>
                    <a:cubicBezTo>
                      <a:pt x="13" y="34"/>
                      <a:pt x="13" y="34"/>
                      <a:pt x="13" y="34"/>
                    </a:cubicBezTo>
                    <a:cubicBezTo>
                      <a:pt x="13" y="40"/>
                      <a:pt x="13" y="40"/>
                      <a:pt x="13" y="40"/>
                    </a:cubicBezTo>
                    <a:cubicBezTo>
                      <a:pt x="20" y="40"/>
                      <a:pt x="20" y="40"/>
                      <a:pt x="20" y="40"/>
                    </a:cubicBezTo>
                    <a:cubicBezTo>
                      <a:pt x="25" y="40"/>
                      <a:pt x="25" y="40"/>
                      <a:pt x="25" y="40"/>
                    </a:cubicBezTo>
                    <a:cubicBezTo>
                      <a:pt x="25" y="42"/>
                      <a:pt x="25" y="42"/>
                      <a:pt x="25" y="42"/>
                    </a:cubicBezTo>
                    <a:cubicBezTo>
                      <a:pt x="24" y="48"/>
                      <a:pt x="24" y="48"/>
                      <a:pt x="24" y="48"/>
                    </a:cubicBezTo>
                    <a:cubicBezTo>
                      <a:pt x="32" y="48"/>
                      <a:pt x="32" y="48"/>
                      <a:pt x="32" y="48"/>
                    </a:cubicBezTo>
                    <a:cubicBezTo>
                      <a:pt x="32" y="42"/>
                      <a:pt x="32" y="42"/>
                      <a:pt x="32" y="42"/>
                    </a:cubicBezTo>
                    <a:cubicBezTo>
                      <a:pt x="32" y="40"/>
                      <a:pt x="32" y="40"/>
                      <a:pt x="32" y="40"/>
                    </a:cubicBezTo>
                    <a:cubicBezTo>
                      <a:pt x="37" y="40"/>
                      <a:pt x="37" y="40"/>
                      <a:pt x="37" y="40"/>
                    </a:cubicBezTo>
                    <a:cubicBezTo>
                      <a:pt x="43" y="40"/>
                      <a:pt x="43" y="40"/>
                      <a:pt x="43" y="40"/>
                    </a:cubicBezTo>
                    <a:cubicBezTo>
                      <a:pt x="43" y="34"/>
                      <a:pt x="43" y="34"/>
                      <a:pt x="43" y="34"/>
                    </a:cubicBezTo>
                    <a:cubicBezTo>
                      <a:pt x="37" y="34"/>
                      <a:pt x="37" y="34"/>
                      <a:pt x="37" y="34"/>
                    </a:cubicBezTo>
                    <a:cubicBezTo>
                      <a:pt x="32" y="34"/>
                      <a:pt x="32" y="34"/>
                      <a:pt x="32" y="34"/>
                    </a:cubicBezTo>
                    <a:cubicBezTo>
                      <a:pt x="32" y="32"/>
                      <a:pt x="32" y="32"/>
                      <a:pt x="32" y="32"/>
                    </a:cubicBezTo>
                    <a:cubicBezTo>
                      <a:pt x="38" y="32"/>
                      <a:pt x="38" y="32"/>
                      <a:pt x="38" y="32"/>
                    </a:cubicBezTo>
                    <a:cubicBezTo>
                      <a:pt x="43" y="32"/>
                      <a:pt x="43" y="32"/>
                      <a:pt x="43" y="32"/>
                    </a:cubicBezTo>
                    <a:cubicBezTo>
                      <a:pt x="43" y="26"/>
                      <a:pt x="43" y="26"/>
                      <a:pt x="43" y="26"/>
                    </a:cubicBezTo>
                    <a:cubicBezTo>
                      <a:pt x="38" y="26"/>
                      <a:pt x="38" y="26"/>
                      <a:pt x="38" y="26"/>
                    </a:cubicBezTo>
                    <a:cubicBezTo>
                      <a:pt x="37" y="26"/>
                      <a:pt x="37" y="26"/>
                      <a:pt x="37" y="26"/>
                    </a:cubicBezTo>
                    <a:cubicBezTo>
                      <a:pt x="37" y="26"/>
                      <a:pt x="38" y="25"/>
                      <a:pt x="38" y="24"/>
                    </a:cubicBezTo>
                    <a:cubicBezTo>
                      <a:pt x="39" y="23"/>
                      <a:pt x="39" y="22"/>
                      <a:pt x="40" y="22"/>
                    </a:cubicBezTo>
                    <a:cubicBezTo>
                      <a:pt x="39" y="22"/>
                      <a:pt x="38" y="21"/>
                      <a:pt x="37" y="21"/>
                    </a:cubicBezTo>
                    <a:cubicBezTo>
                      <a:pt x="45" y="21"/>
                      <a:pt x="45" y="21"/>
                      <a:pt x="45" y="21"/>
                    </a:cubicBezTo>
                    <a:cubicBezTo>
                      <a:pt x="45" y="41"/>
                      <a:pt x="45" y="41"/>
                      <a:pt x="45" y="41"/>
                    </a:cubicBezTo>
                    <a:cubicBezTo>
                      <a:pt x="45" y="42"/>
                      <a:pt x="45" y="42"/>
                      <a:pt x="44" y="42"/>
                    </a:cubicBezTo>
                    <a:cubicBezTo>
                      <a:pt x="44" y="43"/>
                      <a:pt x="43" y="43"/>
                      <a:pt x="42" y="43"/>
                    </a:cubicBezTo>
                    <a:cubicBezTo>
                      <a:pt x="41" y="43"/>
                      <a:pt x="40" y="43"/>
                      <a:pt x="38" y="43"/>
                    </a:cubicBezTo>
                    <a:cubicBezTo>
                      <a:pt x="39" y="44"/>
                      <a:pt x="39" y="44"/>
                      <a:pt x="39" y="44"/>
                    </a:cubicBezTo>
                    <a:cubicBezTo>
                      <a:pt x="40" y="46"/>
                      <a:pt x="40" y="47"/>
                      <a:pt x="40" y="48"/>
                    </a:cubicBezTo>
                    <a:cubicBezTo>
                      <a:pt x="40" y="49"/>
                      <a:pt x="41" y="49"/>
                      <a:pt x="41" y="50"/>
                    </a:cubicBezTo>
                    <a:cubicBezTo>
                      <a:pt x="46" y="50"/>
                      <a:pt x="50" y="49"/>
                      <a:pt x="51" y="48"/>
                    </a:cubicBezTo>
                    <a:cubicBezTo>
                      <a:pt x="52" y="47"/>
                      <a:pt x="52" y="46"/>
                      <a:pt x="52" y="45"/>
                    </a:cubicBezTo>
                    <a:cubicBezTo>
                      <a:pt x="52" y="20"/>
                      <a:pt x="52" y="20"/>
                      <a:pt x="52" y="20"/>
                    </a:cubicBezTo>
                    <a:cubicBezTo>
                      <a:pt x="53" y="15"/>
                      <a:pt x="53" y="15"/>
                      <a:pt x="53" y="15"/>
                    </a:cubicBezTo>
                    <a:cubicBezTo>
                      <a:pt x="46" y="15"/>
                      <a:pt x="46" y="15"/>
                      <a:pt x="46" y="15"/>
                    </a:cubicBezTo>
                    <a:cubicBezTo>
                      <a:pt x="32" y="15"/>
                      <a:pt x="32" y="15"/>
                      <a:pt x="32" y="15"/>
                    </a:cubicBezTo>
                    <a:cubicBezTo>
                      <a:pt x="32" y="12"/>
                      <a:pt x="32" y="12"/>
                      <a:pt x="32" y="12"/>
                    </a:cubicBezTo>
                    <a:cubicBezTo>
                      <a:pt x="49" y="12"/>
                      <a:pt x="49" y="12"/>
                      <a:pt x="49" y="12"/>
                    </a:cubicBezTo>
                    <a:cubicBezTo>
                      <a:pt x="56" y="12"/>
                      <a:pt x="56" y="12"/>
                      <a:pt x="56" y="12"/>
                    </a:cubicBezTo>
                    <a:cubicBezTo>
                      <a:pt x="56" y="5"/>
                      <a:pt x="56" y="5"/>
                      <a:pt x="56" y="5"/>
                    </a:cubicBezTo>
                    <a:cubicBezTo>
                      <a:pt x="49" y="6"/>
                      <a:pt x="49" y="6"/>
                      <a:pt x="49" y="6"/>
                    </a:cubicBezTo>
                    <a:cubicBezTo>
                      <a:pt x="33" y="6"/>
                      <a:pt x="33" y="6"/>
                      <a:pt x="33" y="6"/>
                    </a:cubicBezTo>
                    <a:cubicBezTo>
                      <a:pt x="33" y="2"/>
                      <a:pt x="33" y="2"/>
                      <a:pt x="33" y="2"/>
                    </a:cubicBezTo>
                    <a:cubicBezTo>
                      <a:pt x="33" y="0"/>
                      <a:pt x="33" y="0"/>
                      <a:pt x="33" y="0"/>
                    </a:cubicBezTo>
                    <a:cubicBezTo>
                      <a:pt x="31" y="0"/>
                      <a:pt x="28" y="0"/>
                      <a:pt x="24" y="0"/>
                    </a:cubicBezTo>
                    <a:cubicBezTo>
                      <a:pt x="24" y="2"/>
                      <a:pt x="24" y="2"/>
                      <a:pt x="24" y="2"/>
                    </a:cubicBezTo>
                    <a:cubicBezTo>
                      <a:pt x="24" y="6"/>
                      <a:pt x="24" y="6"/>
                      <a:pt x="24" y="6"/>
                    </a:cubicBezTo>
                    <a:cubicBezTo>
                      <a:pt x="6" y="6"/>
                      <a:pt x="6" y="6"/>
                      <a:pt x="6" y="6"/>
                    </a:cubicBezTo>
                    <a:cubicBezTo>
                      <a:pt x="0" y="5"/>
                      <a:pt x="0" y="5"/>
                      <a:pt x="0" y="5"/>
                    </a:cubicBezTo>
                    <a:lnTo>
                      <a:pt x="0" y="12"/>
                    </a:lnTo>
                    <a:close/>
                  </a:path>
                </a:pathLst>
              </a:custGeom>
              <a:solidFill>
                <a:srgbClr val="000000"/>
              </a:solidFill>
              <a:ln>
                <a:noFill/>
              </a:ln>
            </p:spPr>
            <p:txBody>
              <a:bodyPr vert="horz" wrap="square" lIns="91440" tIns="45720" rIns="91440" bIns="45720" anchor="t"/>
              <a:p>
                <a:pPr marL="0" algn="l"/>
              </a:p>
            </p:txBody>
          </p:sp>
          <p:sp>
            <p:nvSpPr>
              <p:cNvPr id="9" name="Freeform 9"/>
              <p:cNvSpPr/>
              <p:nvPr/>
            </p:nvSpPr>
            <p:spPr>
              <a:xfrm>
                <a:off x="11130693" y="4266059"/>
                <a:ext cx="168275" cy="155575"/>
              </a:xfrm>
              <a:custGeom>
                <a:avLst/>
                <a:gdLst/>
                <a:ahLst/>
                <a:cxnLst/>
                <a:rect l="l" t="t" r="r" b="b"/>
                <a:pathLst>
                  <a:path w="56" h="52">
                    <a:moveTo>
                      <a:pt x="14" y="37"/>
                    </a:moveTo>
                    <a:cubicBezTo>
                      <a:pt x="17" y="34"/>
                      <a:pt x="18" y="31"/>
                      <a:pt x="19" y="28"/>
                    </a:cubicBezTo>
                    <a:cubicBezTo>
                      <a:pt x="19" y="25"/>
                      <a:pt x="20" y="22"/>
                      <a:pt x="20" y="18"/>
                    </a:cubicBezTo>
                    <a:cubicBezTo>
                      <a:pt x="20" y="15"/>
                      <a:pt x="20" y="15"/>
                      <a:pt x="20" y="15"/>
                    </a:cubicBezTo>
                    <a:cubicBezTo>
                      <a:pt x="8" y="15"/>
                      <a:pt x="8" y="15"/>
                      <a:pt x="8" y="15"/>
                    </a:cubicBezTo>
                    <a:cubicBezTo>
                      <a:pt x="1" y="16"/>
                      <a:pt x="1" y="16"/>
                      <a:pt x="1" y="16"/>
                    </a:cubicBezTo>
                    <a:cubicBezTo>
                      <a:pt x="1" y="9"/>
                      <a:pt x="1" y="9"/>
                      <a:pt x="1" y="9"/>
                    </a:cubicBezTo>
                    <a:cubicBezTo>
                      <a:pt x="8" y="9"/>
                      <a:pt x="8" y="9"/>
                      <a:pt x="8" y="9"/>
                    </a:cubicBezTo>
                    <a:cubicBezTo>
                      <a:pt x="26" y="9"/>
                      <a:pt x="26" y="9"/>
                      <a:pt x="26" y="9"/>
                    </a:cubicBezTo>
                    <a:cubicBezTo>
                      <a:pt x="25" y="7"/>
                      <a:pt x="24" y="5"/>
                      <a:pt x="22" y="3"/>
                    </a:cubicBezTo>
                    <a:cubicBezTo>
                      <a:pt x="24" y="3"/>
                      <a:pt x="26" y="1"/>
                      <a:pt x="28" y="0"/>
                    </a:cubicBezTo>
                    <a:cubicBezTo>
                      <a:pt x="29" y="1"/>
                      <a:pt x="30" y="2"/>
                      <a:pt x="31" y="4"/>
                    </a:cubicBezTo>
                    <a:cubicBezTo>
                      <a:pt x="33" y="5"/>
                      <a:pt x="34" y="7"/>
                      <a:pt x="34" y="8"/>
                    </a:cubicBezTo>
                    <a:cubicBezTo>
                      <a:pt x="33" y="8"/>
                      <a:pt x="33" y="9"/>
                      <a:pt x="32" y="9"/>
                    </a:cubicBezTo>
                    <a:cubicBezTo>
                      <a:pt x="49" y="9"/>
                      <a:pt x="49" y="9"/>
                      <a:pt x="49" y="9"/>
                    </a:cubicBezTo>
                    <a:cubicBezTo>
                      <a:pt x="56" y="9"/>
                      <a:pt x="56" y="9"/>
                      <a:pt x="56" y="9"/>
                    </a:cubicBezTo>
                    <a:cubicBezTo>
                      <a:pt x="56" y="16"/>
                      <a:pt x="56" y="16"/>
                      <a:pt x="56" y="16"/>
                    </a:cubicBezTo>
                    <a:cubicBezTo>
                      <a:pt x="49" y="15"/>
                      <a:pt x="49" y="15"/>
                      <a:pt x="49" y="15"/>
                    </a:cubicBezTo>
                    <a:cubicBezTo>
                      <a:pt x="28" y="15"/>
                      <a:pt x="28" y="15"/>
                      <a:pt x="28" y="15"/>
                    </a:cubicBezTo>
                    <a:cubicBezTo>
                      <a:pt x="28" y="17"/>
                      <a:pt x="28" y="18"/>
                      <a:pt x="28" y="19"/>
                    </a:cubicBezTo>
                    <a:cubicBezTo>
                      <a:pt x="28" y="22"/>
                      <a:pt x="28" y="22"/>
                      <a:pt x="28" y="22"/>
                    </a:cubicBezTo>
                    <a:cubicBezTo>
                      <a:pt x="44" y="22"/>
                      <a:pt x="44" y="22"/>
                      <a:pt x="44" y="22"/>
                    </a:cubicBezTo>
                    <a:cubicBezTo>
                      <a:pt x="50" y="22"/>
                      <a:pt x="50" y="22"/>
                      <a:pt x="50" y="22"/>
                    </a:cubicBezTo>
                    <a:cubicBezTo>
                      <a:pt x="49" y="27"/>
                      <a:pt x="49" y="27"/>
                      <a:pt x="49" y="27"/>
                    </a:cubicBezTo>
                    <a:cubicBezTo>
                      <a:pt x="49" y="32"/>
                      <a:pt x="49" y="36"/>
                      <a:pt x="49" y="38"/>
                    </a:cubicBezTo>
                    <a:cubicBezTo>
                      <a:pt x="49" y="40"/>
                      <a:pt x="49" y="42"/>
                      <a:pt x="48" y="43"/>
                    </a:cubicBezTo>
                    <a:cubicBezTo>
                      <a:pt x="48" y="45"/>
                      <a:pt x="47" y="46"/>
                      <a:pt x="46" y="47"/>
                    </a:cubicBezTo>
                    <a:cubicBezTo>
                      <a:pt x="45" y="49"/>
                      <a:pt x="43" y="49"/>
                      <a:pt x="41" y="50"/>
                    </a:cubicBezTo>
                    <a:cubicBezTo>
                      <a:pt x="39" y="51"/>
                      <a:pt x="36" y="51"/>
                      <a:pt x="32" y="52"/>
                    </a:cubicBezTo>
                    <a:cubicBezTo>
                      <a:pt x="32" y="51"/>
                      <a:pt x="31" y="50"/>
                      <a:pt x="31" y="49"/>
                    </a:cubicBezTo>
                    <a:cubicBezTo>
                      <a:pt x="31" y="48"/>
                      <a:pt x="31" y="47"/>
                      <a:pt x="30" y="46"/>
                    </a:cubicBezTo>
                    <a:cubicBezTo>
                      <a:pt x="29" y="44"/>
                      <a:pt x="29" y="44"/>
                      <a:pt x="29" y="44"/>
                    </a:cubicBezTo>
                    <a:cubicBezTo>
                      <a:pt x="30" y="44"/>
                      <a:pt x="32" y="44"/>
                      <a:pt x="34" y="44"/>
                    </a:cubicBezTo>
                    <a:cubicBezTo>
                      <a:pt x="36" y="44"/>
                      <a:pt x="38" y="44"/>
                      <a:pt x="39" y="43"/>
                    </a:cubicBezTo>
                    <a:cubicBezTo>
                      <a:pt x="40" y="43"/>
                      <a:pt x="40" y="42"/>
                      <a:pt x="40" y="41"/>
                    </a:cubicBezTo>
                    <a:cubicBezTo>
                      <a:pt x="41" y="40"/>
                      <a:pt x="41" y="39"/>
                      <a:pt x="41" y="38"/>
                    </a:cubicBezTo>
                    <a:cubicBezTo>
                      <a:pt x="41" y="31"/>
                      <a:pt x="41" y="31"/>
                      <a:pt x="41" y="31"/>
                    </a:cubicBezTo>
                    <a:cubicBezTo>
                      <a:pt x="41" y="28"/>
                      <a:pt x="41" y="28"/>
                      <a:pt x="41" y="28"/>
                    </a:cubicBezTo>
                    <a:cubicBezTo>
                      <a:pt x="27" y="28"/>
                      <a:pt x="27" y="28"/>
                      <a:pt x="27" y="28"/>
                    </a:cubicBezTo>
                    <a:cubicBezTo>
                      <a:pt x="27" y="29"/>
                      <a:pt x="26" y="30"/>
                      <a:pt x="26" y="31"/>
                    </a:cubicBezTo>
                    <a:cubicBezTo>
                      <a:pt x="26" y="32"/>
                      <a:pt x="25" y="34"/>
                      <a:pt x="24" y="36"/>
                    </a:cubicBezTo>
                    <a:cubicBezTo>
                      <a:pt x="23" y="39"/>
                      <a:pt x="21" y="42"/>
                      <a:pt x="17" y="44"/>
                    </a:cubicBezTo>
                    <a:cubicBezTo>
                      <a:pt x="13" y="47"/>
                      <a:pt x="10" y="49"/>
                      <a:pt x="5" y="51"/>
                    </a:cubicBezTo>
                    <a:cubicBezTo>
                      <a:pt x="3" y="48"/>
                      <a:pt x="2" y="47"/>
                      <a:pt x="1" y="46"/>
                    </a:cubicBezTo>
                    <a:cubicBezTo>
                      <a:pt x="0" y="45"/>
                      <a:pt x="0" y="45"/>
                      <a:pt x="0" y="45"/>
                    </a:cubicBezTo>
                    <a:cubicBezTo>
                      <a:pt x="7" y="43"/>
                      <a:pt x="11" y="40"/>
                      <a:pt x="14" y="37"/>
                    </a:cubicBezTo>
                    <a:close/>
                  </a:path>
                </a:pathLst>
              </a:custGeom>
              <a:solidFill>
                <a:srgbClr val="000000"/>
              </a:solidFill>
              <a:ln>
                <a:noFill/>
              </a:ln>
            </p:spPr>
            <p:txBody>
              <a:bodyPr vert="horz" wrap="square" lIns="91440" tIns="45720" rIns="91440" bIns="45720" anchor="t"/>
              <a:p>
                <a:pPr marL="0" algn="l"/>
              </a:p>
            </p:txBody>
          </p:sp>
          <p:sp>
            <p:nvSpPr>
              <p:cNvPr id="10" name="Freeform 10"/>
              <p:cNvSpPr/>
              <p:nvPr/>
            </p:nvSpPr>
            <p:spPr>
              <a:xfrm>
                <a:off x="11330718" y="4269234"/>
                <a:ext cx="166688" cy="149225"/>
              </a:xfrm>
              <a:custGeom>
                <a:avLst/>
                <a:gdLst/>
                <a:ahLst/>
                <a:cxnLst/>
                <a:rect l="l" t="t" r="r" b="b"/>
                <a:pathLst>
                  <a:path w="55" h="50">
                    <a:moveTo>
                      <a:pt x="7" y="13"/>
                    </a:moveTo>
                    <a:cubicBezTo>
                      <a:pt x="19" y="13"/>
                      <a:pt x="19" y="13"/>
                      <a:pt x="19" y="13"/>
                    </a:cubicBezTo>
                    <a:cubicBezTo>
                      <a:pt x="19" y="19"/>
                      <a:pt x="19" y="19"/>
                      <a:pt x="19" y="19"/>
                    </a:cubicBezTo>
                    <a:cubicBezTo>
                      <a:pt x="7" y="19"/>
                      <a:pt x="7" y="19"/>
                      <a:pt x="7" y="19"/>
                    </a:cubicBezTo>
                    <a:lnTo>
                      <a:pt x="7" y="13"/>
                    </a:lnTo>
                    <a:close/>
                    <a:moveTo>
                      <a:pt x="0" y="11"/>
                    </a:moveTo>
                    <a:cubicBezTo>
                      <a:pt x="0" y="32"/>
                      <a:pt x="0" y="32"/>
                      <a:pt x="0" y="32"/>
                    </a:cubicBezTo>
                    <a:cubicBezTo>
                      <a:pt x="0" y="37"/>
                      <a:pt x="0" y="37"/>
                      <a:pt x="0" y="37"/>
                    </a:cubicBezTo>
                    <a:cubicBezTo>
                      <a:pt x="7" y="37"/>
                      <a:pt x="7" y="37"/>
                      <a:pt x="7" y="37"/>
                    </a:cubicBezTo>
                    <a:cubicBezTo>
                      <a:pt x="7" y="36"/>
                      <a:pt x="7" y="36"/>
                      <a:pt x="7" y="36"/>
                    </a:cubicBezTo>
                    <a:cubicBezTo>
                      <a:pt x="19" y="36"/>
                      <a:pt x="19" y="36"/>
                      <a:pt x="19" y="36"/>
                    </a:cubicBezTo>
                    <a:cubicBezTo>
                      <a:pt x="19" y="44"/>
                      <a:pt x="19" y="44"/>
                      <a:pt x="19" y="44"/>
                    </a:cubicBezTo>
                    <a:cubicBezTo>
                      <a:pt x="19" y="45"/>
                      <a:pt x="19" y="46"/>
                      <a:pt x="19" y="47"/>
                    </a:cubicBezTo>
                    <a:cubicBezTo>
                      <a:pt x="20" y="48"/>
                      <a:pt x="20" y="48"/>
                      <a:pt x="22" y="49"/>
                    </a:cubicBezTo>
                    <a:cubicBezTo>
                      <a:pt x="23" y="50"/>
                      <a:pt x="25" y="50"/>
                      <a:pt x="27" y="50"/>
                    </a:cubicBezTo>
                    <a:cubicBezTo>
                      <a:pt x="29" y="50"/>
                      <a:pt x="32" y="50"/>
                      <a:pt x="36" y="50"/>
                    </a:cubicBezTo>
                    <a:cubicBezTo>
                      <a:pt x="40" y="50"/>
                      <a:pt x="43" y="50"/>
                      <a:pt x="45" y="50"/>
                    </a:cubicBezTo>
                    <a:cubicBezTo>
                      <a:pt x="47" y="50"/>
                      <a:pt x="48" y="50"/>
                      <a:pt x="49" y="49"/>
                    </a:cubicBezTo>
                    <a:cubicBezTo>
                      <a:pt x="50" y="49"/>
                      <a:pt x="51" y="49"/>
                      <a:pt x="52" y="48"/>
                    </a:cubicBezTo>
                    <a:cubicBezTo>
                      <a:pt x="53" y="47"/>
                      <a:pt x="54" y="45"/>
                      <a:pt x="55" y="41"/>
                    </a:cubicBezTo>
                    <a:cubicBezTo>
                      <a:pt x="53" y="41"/>
                      <a:pt x="50" y="40"/>
                      <a:pt x="48" y="38"/>
                    </a:cubicBezTo>
                    <a:cubicBezTo>
                      <a:pt x="47" y="40"/>
                      <a:pt x="47" y="40"/>
                      <a:pt x="47" y="40"/>
                    </a:cubicBezTo>
                    <a:cubicBezTo>
                      <a:pt x="47" y="42"/>
                      <a:pt x="46" y="43"/>
                      <a:pt x="46" y="43"/>
                    </a:cubicBezTo>
                    <a:cubicBezTo>
                      <a:pt x="45" y="44"/>
                      <a:pt x="44" y="44"/>
                      <a:pt x="43" y="44"/>
                    </a:cubicBezTo>
                    <a:cubicBezTo>
                      <a:pt x="41" y="44"/>
                      <a:pt x="39" y="44"/>
                      <a:pt x="36" y="44"/>
                    </a:cubicBezTo>
                    <a:cubicBezTo>
                      <a:pt x="30" y="44"/>
                      <a:pt x="30" y="44"/>
                      <a:pt x="30" y="44"/>
                    </a:cubicBezTo>
                    <a:cubicBezTo>
                      <a:pt x="28" y="44"/>
                      <a:pt x="27" y="44"/>
                      <a:pt x="27" y="43"/>
                    </a:cubicBezTo>
                    <a:cubicBezTo>
                      <a:pt x="27" y="43"/>
                      <a:pt x="26" y="43"/>
                      <a:pt x="26" y="42"/>
                    </a:cubicBezTo>
                    <a:cubicBezTo>
                      <a:pt x="26" y="36"/>
                      <a:pt x="26" y="36"/>
                      <a:pt x="26" y="36"/>
                    </a:cubicBezTo>
                    <a:cubicBezTo>
                      <a:pt x="40" y="36"/>
                      <a:pt x="40" y="36"/>
                      <a:pt x="40" y="36"/>
                    </a:cubicBezTo>
                    <a:cubicBezTo>
                      <a:pt x="40" y="37"/>
                      <a:pt x="40" y="37"/>
                      <a:pt x="40" y="37"/>
                    </a:cubicBezTo>
                    <a:cubicBezTo>
                      <a:pt x="48" y="37"/>
                      <a:pt x="48" y="37"/>
                      <a:pt x="48" y="37"/>
                    </a:cubicBezTo>
                    <a:cubicBezTo>
                      <a:pt x="47" y="32"/>
                      <a:pt x="47" y="32"/>
                      <a:pt x="47" y="32"/>
                    </a:cubicBezTo>
                    <a:cubicBezTo>
                      <a:pt x="47" y="11"/>
                      <a:pt x="47" y="11"/>
                      <a:pt x="47" y="11"/>
                    </a:cubicBezTo>
                    <a:cubicBezTo>
                      <a:pt x="48" y="7"/>
                      <a:pt x="48" y="7"/>
                      <a:pt x="48" y="7"/>
                    </a:cubicBezTo>
                    <a:cubicBezTo>
                      <a:pt x="43" y="7"/>
                      <a:pt x="43" y="7"/>
                      <a:pt x="43" y="7"/>
                    </a:cubicBezTo>
                    <a:cubicBezTo>
                      <a:pt x="26" y="7"/>
                      <a:pt x="26" y="7"/>
                      <a:pt x="26" y="7"/>
                    </a:cubicBezTo>
                    <a:cubicBezTo>
                      <a:pt x="26" y="4"/>
                      <a:pt x="26" y="4"/>
                      <a:pt x="26" y="4"/>
                    </a:cubicBezTo>
                    <a:cubicBezTo>
                      <a:pt x="27" y="0"/>
                      <a:pt x="27" y="0"/>
                      <a:pt x="27" y="0"/>
                    </a:cubicBezTo>
                    <a:cubicBezTo>
                      <a:pt x="19" y="0"/>
                      <a:pt x="19" y="0"/>
                      <a:pt x="19" y="0"/>
                    </a:cubicBezTo>
                    <a:cubicBezTo>
                      <a:pt x="19" y="4"/>
                      <a:pt x="19" y="4"/>
                      <a:pt x="19" y="4"/>
                    </a:cubicBezTo>
                    <a:cubicBezTo>
                      <a:pt x="19" y="7"/>
                      <a:pt x="19" y="7"/>
                      <a:pt x="19" y="7"/>
                    </a:cubicBezTo>
                    <a:cubicBezTo>
                      <a:pt x="5" y="7"/>
                      <a:pt x="5" y="7"/>
                      <a:pt x="5" y="7"/>
                    </a:cubicBezTo>
                    <a:cubicBezTo>
                      <a:pt x="0" y="7"/>
                      <a:pt x="0" y="7"/>
                      <a:pt x="0" y="7"/>
                    </a:cubicBezTo>
                    <a:lnTo>
                      <a:pt x="0" y="11"/>
                    </a:lnTo>
                    <a:close/>
                    <a:moveTo>
                      <a:pt x="7" y="25"/>
                    </a:moveTo>
                    <a:cubicBezTo>
                      <a:pt x="19" y="25"/>
                      <a:pt x="19" y="25"/>
                      <a:pt x="19" y="25"/>
                    </a:cubicBezTo>
                    <a:cubicBezTo>
                      <a:pt x="19" y="31"/>
                      <a:pt x="19" y="31"/>
                      <a:pt x="19" y="31"/>
                    </a:cubicBezTo>
                    <a:cubicBezTo>
                      <a:pt x="7" y="31"/>
                      <a:pt x="7" y="31"/>
                      <a:pt x="7" y="31"/>
                    </a:cubicBezTo>
                    <a:lnTo>
                      <a:pt x="7" y="25"/>
                    </a:lnTo>
                    <a:close/>
                    <a:moveTo>
                      <a:pt x="26" y="13"/>
                    </a:moveTo>
                    <a:cubicBezTo>
                      <a:pt x="40" y="13"/>
                      <a:pt x="40" y="13"/>
                      <a:pt x="40" y="13"/>
                    </a:cubicBezTo>
                    <a:cubicBezTo>
                      <a:pt x="40" y="19"/>
                      <a:pt x="40" y="19"/>
                      <a:pt x="40" y="19"/>
                    </a:cubicBezTo>
                    <a:cubicBezTo>
                      <a:pt x="26" y="19"/>
                      <a:pt x="26" y="19"/>
                      <a:pt x="26" y="19"/>
                    </a:cubicBezTo>
                    <a:lnTo>
                      <a:pt x="26" y="13"/>
                    </a:lnTo>
                    <a:close/>
                    <a:moveTo>
                      <a:pt x="26" y="25"/>
                    </a:moveTo>
                    <a:cubicBezTo>
                      <a:pt x="40" y="25"/>
                      <a:pt x="40" y="25"/>
                      <a:pt x="40" y="25"/>
                    </a:cubicBezTo>
                    <a:cubicBezTo>
                      <a:pt x="40" y="31"/>
                      <a:pt x="40" y="31"/>
                      <a:pt x="40" y="31"/>
                    </a:cubicBezTo>
                    <a:cubicBezTo>
                      <a:pt x="26" y="31"/>
                      <a:pt x="26" y="31"/>
                      <a:pt x="26" y="31"/>
                    </a:cubicBezTo>
                    <a:lnTo>
                      <a:pt x="26" y="25"/>
                    </a:lnTo>
                    <a:close/>
                  </a:path>
                </a:pathLst>
              </a:custGeom>
              <a:solidFill>
                <a:srgbClr val="000000"/>
              </a:solidFill>
              <a:ln>
                <a:noFill/>
              </a:ln>
            </p:spPr>
            <p:txBody>
              <a:bodyPr vert="horz" wrap="square" lIns="91440" tIns="45720" rIns="91440" bIns="45720" anchor="t"/>
              <a:p>
                <a:pPr marL="0" algn="l"/>
              </a:p>
            </p:txBody>
          </p:sp>
          <p:sp>
            <p:nvSpPr>
              <p:cNvPr id="11" name="Freeform 11"/>
              <p:cNvSpPr/>
              <p:nvPr/>
            </p:nvSpPr>
            <p:spPr>
              <a:xfrm>
                <a:off x="11524393" y="4277171"/>
                <a:ext cx="149225" cy="138113"/>
              </a:xfrm>
              <a:custGeom>
                <a:avLst/>
                <a:gdLst/>
                <a:ahLst/>
                <a:cxnLst/>
                <a:rect l="l" t="t" r="r" b="b"/>
                <a:pathLst>
                  <a:path w="50" h="46">
                    <a:moveTo>
                      <a:pt x="8" y="15"/>
                    </a:moveTo>
                    <a:cubicBezTo>
                      <a:pt x="9" y="16"/>
                      <a:pt x="9" y="16"/>
                      <a:pt x="9" y="16"/>
                    </a:cubicBezTo>
                    <a:cubicBezTo>
                      <a:pt x="10" y="17"/>
                      <a:pt x="11" y="19"/>
                      <a:pt x="13" y="22"/>
                    </a:cubicBezTo>
                    <a:cubicBezTo>
                      <a:pt x="13" y="24"/>
                      <a:pt x="12" y="26"/>
                      <a:pt x="11" y="27"/>
                    </a:cubicBezTo>
                    <a:cubicBezTo>
                      <a:pt x="10" y="28"/>
                      <a:pt x="9" y="29"/>
                      <a:pt x="8" y="31"/>
                    </a:cubicBezTo>
                    <a:lnTo>
                      <a:pt x="8" y="15"/>
                    </a:lnTo>
                    <a:close/>
                    <a:moveTo>
                      <a:pt x="8" y="45"/>
                    </a:moveTo>
                    <a:cubicBezTo>
                      <a:pt x="8" y="38"/>
                      <a:pt x="8" y="38"/>
                      <a:pt x="8" y="38"/>
                    </a:cubicBezTo>
                    <a:cubicBezTo>
                      <a:pt x="8" y="32"/>
                      <a:pt x="8" y="32"/>
                      <a:pt x="8" y="32"/>
                    </a:cubicBezTo>
                    <a:cubicBezTo>
                      <a:pt x="9" y="33"/>
                      <a:pt x="10" y="34"/>
                      <a:pt x="11" y="34"/>
                    </a:cubicBezTo>
                    <a:cubicBezTo>
                      <a:pt x="11" y="35"/>
                      <a:pt x="12" y="36"/>
                      <a:pt x="12" y="36"/>
                    </a:cubicBezTo>
                    <a:cubicBezTo>
                      <a:pt x="14" y="34"/>
                      <a:pt x="16" y="32"/>
                      <a:pt x="16" y="31"/>
                    </a:cubicBezTo>
                    <a:cubicBezTo>
                      <a:pt x="17" y="30"/>
                      <a:pt x="17" y="29"/>
                      <a:pt x="18" y="29"/>
                    </a:cubicBezTo>
                    <a:cubicBezTo>
                      <a:pt x="19" y="30"/>
                      <a:pt x="19" y="30"/>
                      <a:pt x="19" y="30"/>
                    </a:cubicBezTo>
                    <a:cubicBezTo>
                      <a:pt x="19" y="30"/>
                      <a:pt x="19" y="31"/>
                      <a:pt x="19" y="32"/>
                    </a:cubicBezTo>
                    <a:cubicBezTo>
                      <a:pt x="21" y="31"/>
                      <a:pt x="21" y="31"/>
                      <a:pt x="21" y="31"/>
                    </a:cubicBezTo>
                    <a:cubicBezTo>
                      <a:pt x="22" y="30"/>
                      <a:pt x="23" y="30"/>
                      <a:pt x="26" y="28"/>
                    </a:cubicBezTo>
                    <a:cubicBezTo>
                      <a:pt x="24" y="26"/>
                      <a:pt x="23" y="24"/>
                      <a:pt x="21" y="21"/>
                    </a:cubicBezTo>
                    <a:cubicBezTo>
                      <a:pt x="22" y="19"/>
                      <a:pt x="22" y="19"/>
                      <a:pt x="22" y="19"/>
                    </a:cubicBezTo>
                    <a:cubicBezTo>
                      <a:pt x="22" y="19"/>
                      <a:pt x="22" y="17"/>
                      <a:pt x="23" y="15"/>
                    </a:cubicBezTo>
                    <a:cubicBezTo>
                      <a:pt x="25" y="17"/>
                      <a:pt x="26" y="19"/>
                      <a:pt x="26" y="19"/>
                    </a:cubicBezTo>
                    <a:cubicBezTo>
                      <a:pt x="27" y="20"/>
                      <a:pt x="28" y="21"/>
                      <a:pt x="29" y="23"/>
                    </a:cubicBezTo>
                    <a:cubicBezTo>
                      <a:pt x="28" y="25"/>
                      <a:pt x="28" y="25"/>
                      <a:pt x="28" y="25"/>
                    </a:cubicBezTo>
                    <a:cubicBezTo>
                      <a:pt x="27" y="27"/>
                      <a:pt x="27" y="28"/>
                      <a:pt x="25" y="30"/>
                    </a:cubicBezTo>
                    <a:cubicBezTo>
                      <a:pt x="24" y="32"/>
                      <a:pt x="23" y="33"/>
                      <a:pt x="20" y="35"/>
                    </a:cubicBezTo>
                    <a:cubicBezTo>
                      <a:pt x="23" y="36"/>
                      <a:pt x="24" y="37"/>
                      <a:pt x="25" y="37"/>
                    </a:cubicBezTo>
                    <a:cubicBezTo>
                      <a:pt x="25" y="37"/>
                      <a:pt x="26" y="38"/>
                      <a:pt x="27" y="39"/>
                    </a:cubicBezTo>
                    <a:cubicBezTo>
                      <a:pt x="28" y="38"/>
                      <a:pt x="29" y="37"/>
                      <a:pt x="30" y="36"/>
                    </a:cubicBezTo>
                    <a:cubicBezTo>
                      <a:pt x="30" y="35"/>
                      <a:pt x="32" y="33"/>
                      <a:pt x="34" y="30"/>
                    </a:cubicBezTo>
                    <a:cubicBezTo>
                      <a:pt x="35" y="33"/>
                      <a:pt x="35" y="33"/>
                      <a:pt x="35" y="33"/>
                    </a:cubicBezTo>
                    <a:cubicBezTo>
                      <a:pt x="36" y="33"/>
                      <a:pt x="36" y="34"/>
                      <a:pt x="37" y="35"/>
                    </a:cubicBezTo>
                    <a:cubicBezTo>
                      <a:pt x="39" y="33"/>
                      <a:pt x="41" y="32"/>
                      <a:pt x="42" y="31"/>
                    </a:cubicBezTo>
                    <a:cubicBezTo>
                      <a:pt x="41" y="29"/>
                      <a:pt x="41" y="29"/>
                      <a:pt x="41" y="29"/>
                    </a:cubicBezTo>
                    <a:cubicBezTo>
                      <a:pt x="41" y="29"/>
                      <a:pt x="40" y="27"/>
                      <a:pt x="37" y="22"/>
                    </a:cubicBezTo>
                    <a:cubicBezTo>
                      <a:pt x="38" y="19"/>
                      <a:pt x="38" y="19"/>
                      <a:pt x="38" y="19"/>
                    </a:cubicBezTo>
                    <a:cubicBezTo>
                      <a:pt x="38" y="18"/>
                      <a:pt x="38" y="16"/>
                      <a:pt x="39" y="14"/>
                    </a:cubicBezTo>
                    <a:cubicBezTo>
                      <a:pt x="39" y="11"/>
                      <a:pt x="39" y="11"/>
                      <a:pt x="39" y="11"/>
                    </a:cubicBezTo>
                    <a:cubicBezTo>
                      <a:pt x="39" y="10"/>
                      <a:pt x="39" y="10"/>
                      <a:pt x="40" y="9"/>
                    </a:cubicBezTo>
                    <a:cubicBezTo>
                      <a:pt x="37" y="9"/>
                      <a:pt x="35" y="9"/>
                      <a:pt x="32" y="8"/>
                    </a:cubicBezTo>
                    <a:cubicBezTo>
                      <a:pt x="32" y="10"/>
                      <a:pt x="32" y="10"/>
                      <a:pt x="32" y="10"/>
                    </a:cubicBezTo>
                    <a:cubicBezTo>
                      <a:pt x="32" y="11"/>
                      <a:pt x="32" y="13"/>
                      <a:pt x="31" y="15"/>
                    </a:cubicBezTo>
                    <a:cubicBezTo>
                      <a:pt x="30" y="14"/>
                      <a:pt x="29" y="13"/>
                      <a:pt x="28" y="12"/>
                    </a:cubicBezTo>
                    <a:cubicBezTo>
                      <a:pt x="27" y="13"/>
                      <a:pt x="27" y="13"/>
                      <a:pt x="27" y="13"/>
                    </a:cubicBezTo>
                    <a:cubicBezTo>
                      <a:pt x="26" y="13"/>
                      <a:pt x="25" y="14"/>
                      <a:pt x="23" y="15"/>
                    </a:cubicBezTo>
                    <a:cubicBezTo>
                      <a:pt x="24" y="12"/>
                      <a:pt x="24" y="12"/>
                      <a:pt x="24" y="12"/>
                    </a:cubicBezTo>
                    <a:cubicBezTo>
                      <a:pt x="24" y="12"/>
                      <a:pt x="24" y="11"/>
                      <a:pt x="24" y="11"/>
                    </a:cubicBezTo>
                    <a:cubicBezTo>
                      <a:pt x="24" y="10"/>
                      <a:pt x="24" y="9"/>
                      <a:pt x="24" y="9"/>
                    </a:cubicBezTo>
                    <a:cubicBezTo>
                      <a:pt x="21" y="8"/>
                      <a:pt x="19" y="8"/>
                      <a:pt x="17" y="7"/>
                    </a:cubicBezTo>
                    <a:cubicBezTo>
                      <a:pt x="17" y="10"/>
                      <a:pt x="17" y="10"/>
                      <a:pt x="17" y="10"/>
                    </a:cubicBezTo>
                    <a:cubicBezTo>
                      <a:pt x="17" y="10"/>
                      <a:pt x="17" y="11"/>
                      <a:pt x="16" y="12"/>
                    </a:cubicBezTo>
                    <a:cubicBezTo>
                      <a:pt x="16" y="13"/>
                      <a:pt x="16" y="14"/>
                      <a:pt x="16" y="15"/>
                    </a:cubicBezTo>
                    <a:cubicBezTo>
                      <a:pt x="15" y="13"/>
                      <a:pt x="14" y="12"/>
                      <a:pt x="13" y="11"/>
                    </a:cubicBezTo>
                    <a:cubicBezTo>
                      <a:pt x="11" y="12"/>
                      <a:pt x="10" y="12"/>
                      <a:pt x="9" y="13"/>
                    </a:cubicBezTo>
                    <a:cubicBezTo>
                      <a:pt x="9" y="13"/>
                      <a:pt x="8" y="13"/>
                      <a:pt x="8" y="13"/>
                    </a:cubicBezTo>
                    <a:cubicBezTo>
                      <a:pt x="8" y="6"/>
                      <a:pt x="8" y="6"/>
                      <a:pt x="8" y="6"/>
                    </a:cubicBezTo>
                    <a:cubicBezTo>
                      <a:pt x="43" y="6"/>
                      <a:pt x="43" y="6"/>
                      <a:pt x="43" y="6"/>
                    </a:cubicBezTo>
                    <a:cubicBezTo>
                      <a:pt x="43" y="37"/>
                      <a:pt x="43" y="37"/>
                      <a:pt x="43" y="37"/>
                    </a:cubicBezTo>
                    <a:cubicBezTo>
                      <a:pt x="43" y="38"/>
                      <a:pt x="42" y="38"/>
                      <a:pt x="42" y="39"/>
                    </a:cubicBezTo>
                    <a:cubicBezTo>
                      <a:pt x="42" y="39"/>
                      <a:pt x="41" y="39"/>
                      <a:pt x="39" y="39"/>
                    </a:cubicBezTo>
                    <a:cubicBezTo>
                      <a:pt x="38" y="39"/>
                      <a:pt x="37" y="39"/>
                      <a:pt x="35" y="39"/>
                    </a:cubicBezTo>
                    <a:cubicBezTo>
                      <a:pt x="36" y="41"/>
                      <a:pt x="36" y="41"/>
                      <a:pt x="36" y="41"/>
                    </a:cubicBezTo>
                    <a:cubicBezTo>
                      <a:pt x="37" y="42"/>
                      <a:pt x="38" y="44"/>
                      <a:pt x="38" y="44"/>
                    </a:cubicBezTo>
                    <a:cubicBezTo>
                      <a:pt x="38" y="45"/>
                      <a:pt x="38" y="46"/>
                      <a:pt x="38" y="46"/>
                    </a:cubicBezTo>
                    <a:cubicBezTo>
                      <a:pt x="42" y="46"/>
                      <a:pt x="45" y="46"/>
                      <a:pt x="47" y="45"/>
                    </a:cubicBezTo>
                    <a:cubicBezTo>
                      <a:pt x="48" y="45"/>
                      <a:pt x="49" y="44"/>
                      <a:pt x="50" y="43"/>
                    </a:cubicBezTo>
                    <a:cubicBezTo>
                      <a:pt x="50" y="42"/>
                      <a:pt x="50" y="41"/>
                      <a:pt x="50" y="40"/>
                    </a:cubicBezTo>
                    <a:cubicBezTo>
                      <a:pt x="50" y="6"/>
                      <a:pt x="50" y="6"/>
                      <a:pt x="50" y="6"/>
                    </a:cubicBezTo>
                    <a:cubicBezTo>
                      <a:pt x="50" y="0"/>
                      <a:pt x="50" y="0"/>
                      <a:pt x="50" y="0"/>
                    </a:cubicBezTo>
                    <a:cubicBezTo>
                      <a:pt x="43" y="0"/>
                      <a:pt x="43" y="0"/>
                      <a:pt x="43" y="0"/>
                    </a:cubicBezTo>
                    <a:cubicBezTo>
                      <a:pt x="7" y="0"/>
                      <a:pt x="7" y="0"/>
                      <a:pt x="7" y="0"/>
                    </a:cubicBezTo>
                    <a:cubicBezTo>
                      <a:pt x="0" y="0"/>
                      <a:pt x="0" y="0"/>
                      <a:pt x="0" y="0"/>
                    </a:cubicBezTo>
                    <a:cubicBezTo>
                      <a:pt x="0" y="6"/>
                      <a:pt x="0" y="6"/>
                      <a:pt x="0" y="6"/>
                    </a:cubicBezTo>
                    <a:cubicBezTo>
                      <a:pt x="0" y="38"/>
                      <a:pt x="0" y="38"/>
                      <a:pt x="0" y="38"/>
                    </a:cubicBezTo>
                    <a:cubicBezTo>
                      <a:pt x="0" y="45"/>
                      <a:pt x="0" y="45"/>
                      <a:pt x="0" y="45"/>
                    </a:cubicBezTo>
                    <a:lnTo>
                      <a:pt x="8" y="45"/>
                    </a:lnTo>
                    <a:close/>
                  </a:path>
                </a:pathLst>
              </a:custGeom>
              <a:solidFill>
                <a:srgbClr val="000000"/>
              </a:solidFill>
              <a:ln>
                <a:noFill/>
              </a:ln>
            </p:spPr>
            <p:txBody>
              <a:bodyPr vert="horz" wrap="square" lIns="91440" tIns="45720" rIns="91440" bIns="45720" anchor="t"/>
              <a:p>
                <a:pPr marL="0" algn="l"/>
              </a:p>
            </p:txBody>
          </p:sp>
          <p:sp>
            <p:nvSpPr>
              <p:cNvPr id="12" name="Freeform 12"/>
              <p:cNvSpPr/>
              <p:nvPr/>
            </p:nvSpPr>
            <p:spPr>
              <a:xfrm>
                <a:off x="10559193" y="4472434"/>
                <a:ext cx="44450" cy="42863"/>
              </a:xfrm>
              <a:custGeom>
                <a:avLst/>
                <a:gdLst/>
                <a:ahLst/>
                <a:cxnLst/>
                <a:rect l="l" t="t" r="r" b="b"/>
                <a:pathLst>
                  <a:path w="15" h="14">
                    <a:moveTo>
                      <a:pt x="15" y="9"/>
                    </a:moveTo>
                    <a:cubicBezTo>
                      <a:pt x="14" y="10"/>
                      <a:pt x="13" y="14"/>
                      <a:pt x="8" y="14"/>
                    </a:cubicBezTo>
                    <a:cubicBezTo>
                      <a:pt x="3" y="14"/>
                      <a:pt x="0" y="11"/>
                      <a:pt x="0" y="7"/>
                    </a:cubicBezTo>
                    <a:cubicBezTo>
                      <a:pt x="0" y="3"/>
                      <a:pt x="2" y="0"/>
                      <a:pt x="8" y="0"/>
                    </a:cubicBezTo>
                    <a:cubicBezTo>
                      <a:pt x="9" y="0"/>
                      <a:pt x="11" y="0"/>
                      <a:pt x="13" y="1"/>
                    </a:cubicBezTo>
                    <a:cubicBezTo>
                      <a:pt x="14" y="2"/>
                      <a:pt x="14" y="3"/>
                      <a:pt x="15" y="4"/>
                    </a:cubicBezTo>
                    <a:cubicBezTo>
                      <a:pt x="11" y="4"/>
                      <a:pt x="11" y="4"/>
                      <a:pt x="11" y="4"/>
                    </a:cubicBezTo>
                    <a:cubicBezTo>
                      <a:pt x="11" y="3"/>
                      <a:pt x="10" y="2"/>
                      <a:pt x="8" y="2"/>
                    </a:cubicBezTo>
                    <a:cubicBezTo>
                      <a:pt x="4" y="2"/>
                      <a:pt x="4" y="6"/>
                      <a:pt x="4" y="7"/>
                    </a:cubicBezTo>
                    <a:cubicBezTo>
                      <a:pt x="4" y="8"/>
                      <a:pt x="4" y="9"/>
                      <a:pt x="5" y="10"/>
                    </a:cubicBezTo>
                    <a:cubicBezTo>
                      <a:pt x="5" y="11"/>
                      <a:pt x="6" y="11"/>
                      <a:pt x="8" y="11"/>
                    </a:cubicBezTo>
                    <a:cubicBezTo>
                      <a:pt x="10" y="11"/>
                      <a:pt x="11" y="10"/>
                      <a:pt x="11" y="9"/>
                    </a:cubicBezTo>
                    <a:lnTo>
                      <a:pt x="15" y="9"/>
                    </a:lnTo>
                    <a:close/>
                  </a:path>
                </a:pathLst>
              </a:custGeom>
              <a:solidFill>
                <a:srgbClr val="000000"/>
              </a:solidFill>
              <a:ln>
                <a:noFill/>
              </a:ln>
            </p:spPr>
            <p:txBody>
              <a:bodyPr vert="horz" wrap="square" lIns="91440" tIns="45720" rIns="91440" bIns="45720" anchor="t"/>
              <a:p>
                <a:pPr marL="0" algn="l"/>
              </a:p>
            </p:txBody>
          </p:sp>
          <p:sp>
            <p:nvSpPr>
              <p:cNvPr id="13" name="Freeform 13"/>
              <p:cNvSpPr/>
              <p:nvPr/>
            </p:nvSpPr>
            <p:spPr>
              <a:xfrm>
                <a:off x="10613168" y="4472434"/>
                <a:ext cx="39688" cy="39688"/>
              </a:xfrm>
              <a:custGeom>
                <a:avLst/>
                <a:gdLst/>
                <a:ahLst/>
                <a:cxnLst/>
                <a:rect l="l" t="t" r="r" b="b"/>
                <a:pathLst>
                  <a:path w="25" h="25">
                    <a:moveTo>
                      <a:pt x="0" y="0"/>
                    </a:moveTo>
                    <a:lnTo>
                      <a:pt x="6" y="0"/>
                    </a:lnTo>
                    <a:lnTo>
                      <a:pt x="6" y="10"/>
                    </a:lnTo>
                    <a:lnTo>
                      <a:pt x="19" y="10"/>
                    </a:lnTo>
                    <a:lnTo>
                      <a:pt x="19" y="0"/>
                    </a:lnTo>
                    <a:lnTo>
                      <a:pt x="25" y="0"/>
                    </a:lnTo>
                    <a:lnTo>
                      <a:pt x="25" y="25"/>
                    </a:lnTo>
                    <a:lnTo>
                      <a:pt x="19" y="25"/>
                    </a:lnTo>
                    <a:lnTo>
                      <a:pt x="19" y="15"/>
                    </a:lnTo>
                    <a:lnTo>
                      <a:pt x="6" y="15"/>
                    </a:lnTo>
                    <a:lnTo>
                      <a:pt x="6" y="25"/>
                    </a:lnTo>
                    <a:lnTo>
                      <a:pt x="0" y="25"/>
                    </a:lnTo>
                    <a:lnTo>
                      <a:pt x="0" y="0"/>
                    </a:lnTo>
                    <a:close/>
                  </a:path>
                </a:pathLst>
              </a:custGeom>
              <a:solidFill>
                <a:srgbClr val="000000"/>
              </a:solidFill>
              <a:ln>
                <a:noFill/>
              </a:ln>
            </p:spPr>
            <p:txBody>
              <a:bodyPr vert="horz" wrap="square" lIns="91440" tIns="45720" rIns="91440" bIns="45720" anchor="t"/>
              <a:p>
                <a:pPr marL="0" algn="l"/>
              </a:p>
            </p:txBody>
          </p:sp>
          <p:sp>
            <p:nvSpPr>
              <p:cNvPr id="14" name="AutoShape 14"/>
              <p:cNvSpPr/>
              <p:nvPr/>
            </p:nvSpPr>
            <p:spPr>
              <a:xfrm>
                <a:off x="10663968" y="4472434"/>
                <a:ext cx="9525" cy="39688"/>
              </a:xfrm>
              <a:prstGeom prst="rect">
                <a:avLst/>
              </a:prstGeom>
              <a:solidFill>
                <a:srgbClr val="000000"/>
              </a:solidFill>
              <a:ln>
                <a:noFill/>
              </a:ln>
            </p:spPr>
            <p:txBody>
              <a:bodyPr vert="horz" wrap="square" lIns="91440" tIns="45720" rIns="91440" bIns="45720" anchor="t"/>
              <a:p>
                <a:pPr marL="0" algn="l"/>
              </a:p>
            </p:txBody>
          </p:sp>
          <p:sp>
            <p:nvSpPr>
              <p:cNvPr id="15" name="Freeform 15"/>
              <p:cNvSpPr/>
              <p:nvPr/>
            </p:nvSpPr>
            <p:spPr>
              <a:xfrm>
                <a:off x="10683018" y="4472434"/>
                <a:ext cx="41275" cy="39688"/>
              </a:xfrm>
              <a:custGeom>
                <a:avLst/>
                <a:gdLst/>
                <a:ahLst/>
                <a:cxnLst/>
                <a:rect l="l" t="t" r="r" b="b"/>
                <a:pathLst>
                  <a:path w="26" h="25">
                    <a:moveTo>
                      <a:pt x="0" y="0"/>
                    </a:moveTo>
                    <a:lnTo>
                      <a:pt x="7" y="0"/>
                    </a:lnTo>
                    <a:lnTo>
                      <a:pt x="20" y="17"/>
                    </a:lnTo>
                    <a:lnTo>
                      <a:pt x="20" y="17"/>
                    </a:lnTo>
                    <a:lnTo>
                      <a:pt x="20" y="0"/>
                    </a:lnTo>
                    <a:lnTo>
                      <a:pt x="26" y="0"/>
                    </a:lnTo>
                    <a:lnTo>
                      <a:pt x="26" y="25"/>
                    </a:lnTo>
                    <a:lnTo>
                      <a:pt x="19" y="25"/>
                    </a:lnTo>
                    <a:lnTo>
                      <a:pt x="7" y="10"/>
                    </a:lnTo>
                    <a:lnTo>
                      <a:pt x="7" y="10"/>
                    </a:lnTo>
                    <a:lnTo>
                      <a:pt x="7" y="25"/>
                    </a:lnTo>
                    <a:lnTo>
                      <a:pt x="0" y="25"/>
                    </a:lnTo>
                    <a:lnTo>
                      <a:pt x="0" y="0"/>
                    </a:lnTo>
                    <a:close/>
                  </a:path>
                </a:pathLst>
              </a:custGeom>
              <a:solidFill>
                <a:srgbClr val="000000"/>
              </a:solidFill>
              <a:ln>
                <a:noFill/>
              </a:ln>
            </p:spPr>
            <p:txBody>
              <a:bodyPr vert="horz" wrap="square" lIns="91440" tIns="45720" rIns="91440" bIns="45720" anchor="t"/>
              <a:p>
                <a:pPr marL="0" algn="l"/>
              </a:p>
            </p:txBody>
          </p:sp>
          <p:sp>
            <p:nvSpPr>
              <p:cNvPr id="16" name="Freeform 16"/>
              <p:cNvSpPr/>
              <p:nvPr/>
            </p:nvSpPr>
            <p:spPr>
              <a:xfrm>
                <a:off x="10730643" y="4472434"/>
                <a:ext cx="50800" cy="39688"/>
              </a:xfrm>
              <a:custGeom>
                <a:avLst/>
                <a:gdLst/>
                <a:ahLst/>
                <a:cxnLst/>
                <a:rect l="l" t="t" r="r" b="b"/>
                <a:pathLst>
                  <a:path w="32" h="25">
                    <a:moveTo>
                      <a:pt x="11" y="15"/>
                    </a:moveTo>
                    <a:lnTo>
                      <a:pt x="15" y="6"/>
                    </a:lnTo>
                    <a:lnTo>
                      <a:pt x="19" y="15"/>
                    </a:lnTo>
                    <a:lnTo>
                      <a:pt x="11" y="15"/>
                    </a:lnTo>
                    <a:close/>
                    <a:moveTo>
                      <a:pt x="32" y="25"/>
                    </a:moveTo>
                    <a:lnTo>
                      <a:pt x="19" y="0"/>
                    </a:lnTo>
                    <a:lnTo>
                      <a:pt x="11" y="0"/>
                    </a:lnTo>
                    <a:lnTo>
                      <a:pt x="0" y="25"/>
                    </a:lnTo>
                    <a:lnTo>
                      <a:pt x="6" y="25"/>
                    </a:lnTo>
                    <a:lnTo>
                      <a:pt x="9" y="19"/>
                    </a:lnTo>
                    <a:lnTo>
                      <a:pt x="21" y="19"/>
                    </a:lnTo>
                    <a:lnTo>
                      <a:pt x="25" y="25"/>
                    </a:lnTo>
                    <a:lnTo>
                      <a:pt x="32" y="25"/>
                    </a:lnTo>
                    <a:close/>
                  </a:path>
                </a:pathLst>
              </a:custGeom>
              <a:solidFill>
                <a:srgbClr val="000000"/>
              </a:solidFill>
              <a:ln>
                <a:noFill/>
              </a:ln>
            </p:spPr>
            <p:txBody>
              <a:bodyPr vert="horz" wrap="square" lIns="91440" tIns="45720" rIns="91440" bIns="45720" anchor="t"/>
              <a:p>
                <a:pPr marL="0" algn="l"/>
              </a:p>
            </p:txBody>
          </p:sp>
          <p:sp>
            <p:nvSpPr>
              <p:cNvPr id="17" name="Freeform 17"/>
              <p:cNvSpPr/>
              <p:nvPr/>
            </p:nvSpPr>
            <p:spPr>
              <a:xfrm>
                <a:off x="10802081" y="4472434"/>
                <a:ext cx="42863" cy="42863"/>
              </a:xfrm>
              <a:custGeom>
                <a:avLst/>
                <a:gdLst/>
                <a:ahLst/>
                <a:cxnLst/>
                <a:rect l="l" t="t" r="r" b="b"/>
                <a:pathLst>
                  <a:path w="14" h="14">
                    <a:moveTo>
                      <a:pt x="3" y="9"/>
                    </a:moveTo>
                    <a:cubicBezTo>
                      <a:pt x="4" y="10"/>
                      <a:pt x="4" y="11"/>
                      <a:pt x="7" y="11"/>
                    </a:cubicBezTo>
                    <a:cubicBezTo>
                      <a:pt x="10" y="11"/>
                      <a:pt x="10" y="10"/>
                      <a:pt x="10" y="10"/>
                    </a:cubicBezTo>
                    <a:cubicBezTo>
                      <a:pt x="10" y="8"/>
                      <a:pt x="9" y="8"/>
                      <a:pt x="6" y="8"/>
                    </a:cubicBezTo>
                    <a:cubicBezTo>
                      <a:pt x="4" y="7"/>
                      <a:pt x="1" y="6"/>
                      <a:pt x="1" y="4"/>
                    </a:cubicBezTo>
                    <a:cubicBezTo>
                      <a:pt x="1" y="2"/>
                      <a:pt x="2" y="0"/>
                      <a:pt x="7" y="0"/>
                    </a:cubicBezTo>
                    <a:cubicBezTo>
                      <a:pt x="10" y="0"/>
                      <a:pt x="13" y="1"/>
                      <a:pt x="13" y="4"/>
                    </a:cubicBezTo>
                    <a:cubicBezTo>
                      <a:pt x="10" y="4"/>
                      <a:pt x="10" y="4"/>
                      <a:pt x="10" y="4"/>
                    </a:cubicBezTo>
                    <a:cubicBezTo>
                      <a:pt x="10" y="3"/>
                      <a:pt x="10" y="2"/>
                      <a:pt x="7" y="2"/>
                    </a:cubicBezTo>
                    <a:cubicBezTo>
                      <a:pt x="6" y="2"/>
                      <a:pt x="4" y="2"/>
                      <a:pt x="4" y="3"/>
                    </a:cubicBezTo>
                    <a:cubicBezTo>
                      <a:pt x="4" y="4"/>
                      <a:pt x="5" y="5"/>
                      <a:pt x="8" y="5"/>
                    </a:cubicBezTo>
                    <a:cubicBezTo>
                      <a:pt x="10" y="6"/>
                      <a:pt x="14" y="6"/>
                      <a:pt x="14" y="10"/>
                    </a:cubicBezTo>
                    <a:cubicBezTo>
                      <a:pt x="14" y="11"/>
                      <a:pt x="13" y="13"/>
                      <a:pt x="11" y="13"/>
                    </a:cubicBezTo>
                    <a:cubicBezTo>
                      <a:pt x="10" y="14"/>
                      <a:pt x="8" y="14"/>
                      <a:pt x="7" y="14"/>
                    </a:cubicBezTo>
                    <a:cubicBezTo>
                      <a:pt x="5" y="14"/>
                      <a:pt x="1" y="14"/>
                      <a:pt x="0" y="9"/>
                    </a:cubicBezTo>
                    <a:lnTo>
                      <a:pt x="3" y="9"/>
                    </a:lnTo>
                    <a:close/>
                  </a:path>
                </a:pathLst>
              </a:custGeom>
              <a:solidFill>
                <a:srgbClr val="000000"/>
              </a:solidFill>
              <a:ln>
                <a:noFill/>
              </a:ln>
            </p:spPr>
            <p:txBody>
              <a:bodyPr vert="horz" wrap="square" lIns="91440" tIns="45720" rIns="91440" bIns="45720" anchor="t"/>
              <a:p>
                <a:pPr marL="0" algn="l"/>
              </a:p>
            </p:txBody>
          </p:sp>
          <p:sp>
            <p:nvSpPr>
              <p:cNvPr id="18" name="Freeform 18"/>
              <p:cNvSpPr/>
              <p:nvPr/>
            </p:nvSpPr>
            <p:spPr>
              <a:xfrm>
                <a:off x="10851293" y="4472434"/>
                <a:ext cx="47625" cy="42863"/>
              </a:xfrm>
              <a:custGeom>
                <a:avLst/>
                <a:gdLst/>
                <a:ahLst/>
                <a:cxnLst/>
                <a:rect l="l" t="t" r="r" b="b"/>
                <a:pathLst>
                  <a:path w="16" h="14">
                    <a:moveTo>
                      <a:pt x="3" y="7"/>
                    </a:moveTo>
                    <a:cubicBezTo>
                      <a:pt x="3" y="5"/>
                      <a:pt x="4" y="2"/>
                      <a:pt x="8" y="2"/>
                    </a:cubicBezTo>
                    <a:cubicBezTo>
                      <a:pt x="12" y="2"/>
                      <a:pt x="13" y="5"/>
                      <a:pt x="13" y="7"/>
                    </a:cubicBezTo>
                    <a:cubicBezTo>
                      <a:pt x="13" y="11"/>
                      <a:pt x="10" y="11"/>
                      <a:pt x="8" y="11"/>
                    </a:cubicBezTo>
                    <a:cubicBezTo>
                      <a:pt x="6" y="11"/>
                      <a:pt x="5" y="10"/>
                      <a:pt x="4" y="10"/>
                    </a:cubicBezTo>
                    <a:cubicBezTo>
                      <a:pt x="4" y="9"/>
                      <a:pt x="3" y="8"/>
                      <a:pt x="3" y="7"/>
                    </a:cubicBezTo>
                    <a:close/>
                    <a:moveTo>
                      <a:pt x="0" y="7"/>
                    </a:moveTo>
                    <a:cubicBezTo>
                      <a:pt x="0" y="10"/>
                      <a:pt x="2" y="14"/>
                      <a:pt x="8" y="14"/>
                    </a:cubicBezTo>
                    <a:cubicBezTo>
                      <a:pt x="14" y="14"/>
                      <a:pt x="16" y="10"/>
                      <a:pt x="16" y="7"/>
                    </a:cubicBezTo>
                    <a:cubicBezTo>
                      <a:pt x="16" y="3"/>
                      <a:pt x="14" y="0"/>
                      <a:pt x="8" y="0"/>
                    </a:cubicBezTo>
                    <a:cubicBezTo>
                      <a:pt x="3" y="0"/>
                      <a:pt x="0" y="2"/>
                      <a:pt x="0" y="7"/>
                    </a:cubicBezTo>
                    <a:close/>
                  </a:path>
                </a:pathLst>
              </a:custGeom>
              <a:solidFill>
                <a:srgbClr val="000000"/>
              </a:solidFill>
              <a:ln>
                <a:noFill/>
              </a:ln>
            </p:spPr>
            <p:txBody>
              <a:bodyPr vert="horz" wrap="square" lIns="91440" tIns="45720" rIns="91440" bIns="45720" anchor="t"/>
              <a:p>
                <a:pPr marL="0" algn="l"/>
              </a:p>
            </p:txBody>
          </p:sp>
          <p:sp>
            <p:nvSpPr>
              <p:cNvPr id="19" name="Freeform 19"/>
              <p:cNvSpPr/>
              <p:nvPr/>
            </p:nvSpPr>
            <p:spPr>
              <a:xfrm>
                <a:off x="10908443" y="4472434"/>
                <a:ext cx="38100" cy="42863"/>
              </a:xfrm>
              <a:custGeom>
                <a:avLst/>
                <a:gdLst/>
                <a:ahLst/>
                <a:cxnLst/>
                <a:rect l="l" t="t" r="r" b="b"/>
                <a:pathLst>
                  <a:path w="13" h="14">
                    <a:moveTo>
                      <a:pt x="3" y="0"/>
                    </a:moveTo>
                    <a:cubicBezTo>
                      <a:pt x="3" y="7"/>
                      <a:pt x="3" y="7"/>
                      <a:pt x="3" y="7"/>
                    </a:cubicBezTo>
                    <a:cubicBezTo>
                      <a:pt x="3" y="9"/>
                      <a:pt x="3" y="10"/>
                      <a:pt x="4" y="10"/>
                    </a:cubicBezTo>
                    <a:cubicBezTo>
                      <a:pt x="4" y="11"/>
                      <a:pt x="6" y="11"/>
                      <a:pt x="7" y="11"/>
                    </a:cubicBezTo>
                    <a:cubicBezTo>
                      <a:pt x="10" y="11"/>
                      <a:pt x="10" y="10"/>
                      <a:pt x="10" y="7"/>
                    </a:cubicBezTo>
                    <a:cubicBezTo>
                      <a:pt x="10" y="0"/>
                      <a:pt x="10" y="0"/>
                      <a:pt x="10" y="0"/>
                    </a:cubicBezTo>
                    <a:cubicBezTo>
                      <a:pt x="13" y="0"/>
                      <a:pt x="13" y="0"/>
                      <a:pt x="13" y="0"/>
                    </a:cubicBezTo>
                    <a:cubicBezTo>
                      <a:pt x="13" y="7"/>
                      <a:pt x="13" y="7"/>
                      <a:pt x="13" y="7"/>
                    </a:cubicBezTo>
                    <a:cubicBezTo>
                      <a:pt x="13" y="9"/>
                      <a:pt x="13" y="11"/>
                      <a:pt x="12" y="12"/>
                    </a:cubicBezTo>
                    <a:cubicBezTo>
                      <a:pt x="11" y="13"/>
                      <a:pt x="9" y="14"/>
                      <a:pt x="7" y="14"/>
                    </a:cubicBezTo>
                    <a:cubicBezTo>
                      <a:pt x="0" y="14"/>
                      <a:pt x="0" y="10"/>
                      <a:pt x="0" y="7"/>
                    </a:cubicBezTo>
                    <a:cubicBezTo>
                      <a:pt x="0" y="0"/>
                      <a:pt x="0" y="0"/>
                      <a:pt x="0" y="0"/>
                    </a:cubicBezTo>
                    <a:lnTo>
                      <a:pt x="3" y="0"/>
                    </a:lnTo>
                    <a:close/>
                  </a:path>
                </a:pathLst>
              </a:custGeom>
              <a:solidFill>
                <a:srgbClr val="000000"/>
              </a:solidFill>
              <a:ln>
                <a:noFill/>
              </a:ln>
            </p:spPr>
            <p:txBody>
              <a:bodyPr vert="horz" wrap="square" lIns="91440" tIns="45720" rIns="91440" bIns="45720" anchor="t"/>
              <a:p>
                <a:pPr marL="0" algn="l"/>
              </a:p>
            </p:txBody>
          </p:sp>
          <p:sp>
            <p:nvSpPr>
              <p:cNvPr id="20" name="Freeform 20"/>
              <p:cNvSpPr/>
              <p:nvPr/>
            </p:nvSpPr>
            <p:spPr>
              <a:xfrm>
                <a:off x="10956068" y="4472434"/>
                <a:ext cx="38100" cy="39688"/>
              </a:xfrm>
              <a:custGeom>
                <a:avLst/>
                <a:gdLst/>
                <a:ahLst/>
                <a:cxnLst/>
                <a:rect l="l" t="t" r="r" b="b"/>
                <a:pathLst>
                  <a:path w="24" h="25">
                    <a:moveTo>
                      <a:pt x="9" y="4"/>
                    </a:moveTo>
                    <a:lnTo>
                      <a:pt x="0" y="4"/>
                    </a:lnTo>
                    <a:lnTo>
                      <a:pt x="0" y="0"/>
                    </a:lnTo>
                    <a:lnTo>
                      <a:pt x="24" y="0"/>
                    </a:lnTo>
                    <a:lnTo>
                      <a:pt x="24" y="4"/>
                    </a:lnTo>
                    <a:lnTo>
                      <a:pt x="15" y="4"/>
                    </a:lnTo>
                    <a:lnTo>
                      <a:pt x="15" y="25"/>
                    </a:lnTo>
                    <a:lnTo>
                      <a:pt x="9" y="25"/>
                    </a:lnTo>
                    <a:lnTo>
                      <a:pt x="9" y="4"/>
                    </a:lnTo>
                    <a:close/>
                  </a:path>
                </a:pathLst>
              </a:custGeom>
              <a:solidFill>
                <a:srgbClr val="000000"/>
              </a:solidFill>
              <a:ln>
                <a:noFill/>
              </a:ln>
            </p:spPr>
            <p:txBody>
              <a:bodyPr vert="horz" wrap="square" lIns="91440" tIns="45720" rIns="91440" bIns="45720" anchor="t"/>
              <a:p>
                <a:pPr marL="0" algn="l"/>
              </a:p>
            </p:txBody>
          </p:sp>
          <p:sp>
            <p:nvSpPr>
              <p:cNvPr id="21" name="Freeform 21"/>
              <p:cNvSpPr/>
              <p:nvPr/>
            </p:nvSpPr>
            <p:spPr>
              <a:xfrm>
                <a:off x="11000518" y="4472434"/>
                <a:ext cx="42863" cy="39688"/>
              </a:xfrm>
              <a:custGeom>
                <a:avLst/>
                <a:gdLst/>
                <a:ahLst/>
                <a:cxnLst/>
                <a:rect l="l" t="t" r="r" b="b"/>
                <a:pathLst>
                  <a:path w="27" h="25">
                    <a:moveTo>
                      <a:pt x="0" y="0"/>
                    </a:moveTo>
                    <a:lnTo>
                      <a:pt x="8" y="0"/>
                    </a:lnTo>
                    <a:lnTo>
                      <a:pt x="8" y="10"/>
                    </a:lnTo>
                    <a:lnTo>
                      <a:pt x="19" y="10"/>
                    </a:lnTo>
                    <a:lnTo>
                      <a:pt x="19" y="0"/>
                    </a:lnTo>
                    <a:lnTo>
                      <a:pt x="27" y="0"/>
                    </a:lnTo>
                    <a:lnTo>
                      <a:pt x="27" y="25"/>
                    </a:lnTo>
                    <a:lnTo>
                      <a:pt x="19" y="25"/>
                    </a:lnTo>
                    <a:lnTo>
                      <a:pt x="19" y="15"/>
                    </a:lnTo>
                    <a:lnTo>
                      <a:pt x="8" y="15"/>
                    </a:lnTo>
                    <a:lnTo>
                      <a:pt x="8" y="25"/>
                    </a:lnTo>
                    <a:lnTo>
                      <a:pt x="0" y="25"/>
                    </a:lnTo>
                    <a:lnTo>
                      <a:pt x="0" y="0"/>
                    </a:lnTo>
                    <a:close/>
                  </a:path>
                </a:pathLst>
              </a:custGeom>
              <a:solidFill>
                <a:srgbClr val="000000"/>
              </a:solidFill>
              <a:ln>
                <a:noFill/>
              </a:ln>
            </p:spPr>
            <p:txBody>
              <a:bodyPr vert="horz" wrap="square" lIns="91440" tIns="45720" rIns="91440" bIns="45720" anchor="t"/>
              <a:p>
                <a:pPr marL="0" algn="l"/>
              </a:p>
            </p:txBody>
          </p:sp>
          <p:sp>
            <p:nvSpPr>
              <p:cNvPr id="22" name="Freeform 22"/>
              <p:cNvSpPr/>
              <p:nvPr/>
            </p:nvSpPr>
            <p:spPr>
              <a:xfrm>
                <a:off x="11051318" y="4472434"/>
                <a:ext cx="39688" cy="39688"/>
              </a:xfrm>
              <a:custGeom>
                <a:avLst/>
                <a:gdLst/>
                <a:ahLst/>
                <a:cxnLst/>
                <a:rect l="l" t="t" r="r" b="b"/>
                <a:pathLst>
                  <a:path w="25" h="25">
                    <a:moveTo>
                      <a:pt x="0" y="0"/>
                    </a:moveTo>
                    <a:lnTo>
                      <a:pt x="25" y="0"/>
                    </a:lnTo>
                    <a:lnTo>
                      <a:pt x="25" y="4"/>
                    </a:lnTo>
                    <a:lnTo>
                      <a:pt x="8" y="4"/>
                    </a:lnTo>
                    <a:lnTo>
                      <a:pt x="8" y="10"/>
                    </a:lnTo>
                    <a:lnTo>
                      <a:pt x="23" y="10"/>
                    </a:lnTo>
                    <a:lnTo>
                      <a:pt x="23" y="15"/>
                    </a:lnTo>
                    <a:lnTo>
                      <a:pt x="8" y="15"/>
                    </a:lnTo>
                    <a:lnTo>
                      <a:pt x="8" y="21"/>
                    </a:lnTo>
                    <a:lnTo>
                      <a:pt x="25" y="21"/>
                    </a:lnTo>
                    <a:lnTo>
                      <a:pt x="25" y="25"/>
                    </a:lnTo>
                    <a:lnTo>
                      <a:pt x="0" y="25"/>
                    </a:lnTo>
                    <a:lnTo>
                      <a:pt x="0" y="0"/>
                    </a:lnTo>
                    <a:close/>
                  </a:path>
                </a:pathLst>
              </a:custGeom>
              <a:solidFill>
                <a:srgbClr val="000000"/>
              </a:solidFill>
              <a:ln>
                <a:noFill/>
              </a:ln>
            </p:spPr>
            <p:txBody>
              <a:bodyPr vert="horz" wrap="square" lIns="91440" tIns="45720" rIns="91440" bIns="45720" anchor="t"/>
              <a:p>
                <a:pPr marL="0" algn="l"/>
              </a:p>
            </p:txBody>
          </p:sp>
          <p:sp>
            <p:nvSpPr>
              <p:cNvPr id="23" name="Freeform 23"/>
              <p:cNvSpPr/>
              <p:nvPr/>
            </p:nvSpPr>
            <p:spPr>
              <a:xfrm>
                <a:off x="11100531" y="4472434"/>
                <a:ext cx="44450" cy="39688"/>
              </a:xfrm>
              <a:custGeom>
                <a:avLst/>
                <a:gdLst/>
                <a:ahLst/>
                <a:cxnLst/>
                <a:rect l="l" t="t" r="r" b="b"/>
                <a:pathLst>
                  <a:path w="15" h="13">
                    <a:moveTo>
                      <a:pt x="4" y="2"/>
                    </a:moveTo>
                    <a:cubicBezTo>
                      <a:pt x="6" y="2"/>
                      <a:pt x="6" y="2"/>
                      <a:pt x="6" y="2"/>
                    </a:cubicBezTo>
                    <a:cubicBezTo>
                      <a:pt x="8" y="2"/>
                      <a:pt x="9" y="2"/>
                      <a:pt x="10" y="3"/>
                    </a:cubicBezTo>
                    <a:cubicBezTo>
                      <a:pt x="10" y="3"/>
                      <a:pt x="10" y="3"/>
                      <a:pt x="10" y="4"/>
                    </a:cubicBezTo>
                    <a:cubicBezTo>
                      <a:pt x="10" y="4"/>
                      <a:pt x="10" y="5"/>
                      <a:pt x="9" y="6"/>
                    </a:cubicBezTo>
                    <a:cubicBezTo>
                      <a:pt x="9" y="6"/>
                      <a:pt x="7" y="6"/>
                      <a:pt x="6" y="6"/>
                    </a:cubicBezTo>
                    <a:cubicBezTo>
                      <a:pt x="4" y="6"/>
                      <a:pt x="4" y="6"/>
                      <a:pt x="4" y="6"/>
                    </a:cubicBezTo>
                    <a:lnTo>
                      <a:pt x="4" y="2"/>
                    </a:lnTo>
                    <a:close/>
                    <a:moveTo>
                      <a:pt x="0" y="13"/>
                    </a:moveTo>
                    <a:cubicBezTo>
                      <a:pt x="4" y="13"/>
                      <a:pt x="4" y="13"/>
                      <a:pt x="4" y="13"/>
                    </a:cubicBezTo>
                    <a:cubicBezTo>
                      <a:pt x="4" y="8"/>
                      <a:pt x="4" y="8"/>
                      <a:pt x="4" y="8"/>
                    </a:cubicBezTo>
                    <a:cubicBezTo>
                      <a:pt x="4" y="8"/>
                      <a:pt x="4" y="8"/>
                      <a:pt x="4" y="8"/>
                    </a:cubicBezTo>
                    <a:cubicBezTo>
                      <a:pt x="6" y="8"/>
                      <a:pt x="7" y="8"/>
                      <a:pt x="9" y="11"/>
                    </a:cubicBezTo>
                    <a:cubicBezTo>
                      <a:pt x="11" y="13"/>
                      <a:pt x="11" y="13"/>
                      <a:pt x="11" y="13"/>
                    </a:cubicBezTo>
                    <a:cubicBezTo>
                      <a:pt x="15" y="13"/>
                      <a:pt x="15" y="13"/>
                      <a:pt x="15" y="13"/>
                    </a:cubicBezTo>
                    <a:cubicBezTo>
                      <a:pt x="13" y="11"/>
                      <a:pt x="13" y="11"/>
                      <a:pt x="13" y="11"/>
                    </a:cubicBezTo>
                    <a:cubicBezTo>
                      <a:pt x="12" y="9"/>
                      <a:pt x="11" y="8"/>
                      <a:pt x="9" y="8"/>
                    </a:cubicBezTo>
                    <a:cubicBezTo>
                      <a:pt x="9" y="8"/>
                      <a:pt x="9" y="8"/>
                      <a:pt x="9" y="8"/>
                    </a:cubicBezTo>
                    <a:cubicBezTo>
                      <a:pt x="10" y="7"/>
                      <a:pt x="11" y="7"/>
                      <a:pt x="11" y="7"/>
                    </a:cubicBezTo>
                    <a:cubicBezTo>
                      <a:pt x="13" y="7"/>
                      <a:pt x="14" y="5"/>
                      <a:pt x="14" y="4"/>
                    </a:cubicBezTo>
                    <a:cubicBezTo>
                      <a:pt x="14" y="2"/>
                      <a:pt x="13" y="1"/>
                      <a:pt x="11" y="0"/>
                    </a:cubicBezTo>
                    <a:cubicBezTo>
                      <a:pt x="11" y="0"/>
                      <a:pt x="10" y="0"/>
                      <a:pt x="7" y="0"/>
                    </a:cubicBezTo>
                    <a:cubicBezTo>
                      <a:pt x="0" y="0"/>
                      <a:pt x="0" y="0"/>
                      <a:pt x="0" y="0"/>
                    </a:cubicBezTo>
                    <a:lnTo>
                      <a:pt x="0" y="13"/>
                    </a:lnTo>
                    <a:close/>
                  </a:path>
                </a:pathLst>
              </a:custGeom>
              <a:solidFill>
                <a:srgbClr val="000000"/>
              </a:solidFill>
              <a:ln>
                <a:noFill/>
              </a:ln>
            </p:spPr>
            <p:txBody>
              <a:bodyPr vert="horz" wrap="square" lIns="91440" tIns="45720" rIns="91440" bIns="45720" anchor="t"/>
              <a:p>
                <a:pPr marL="0" algn="l"/>
              </a:p>
            </p:txBody>
          </p:sp>
          <p:sp>
            <p:nvSpPr>
              <p:cNvPr id="24" name="Freeform 24"/>
              <p:cNvSpPr/>
              <p:nvPr/>
            </p:nvSpPr>
            <p:spPr>
              <a:xfrm>
                <a:off x="11151331" y="4472434"/>
                <a:ext cx="41275" cy="39688"/>
              </a:xfrm>
              <a:custGeom>
                <a:avLst/>
                <a:gdLst/>
                <a:ahLst/>
                <a:cxnLst/>
                <a:rect l="l" t="t" r="r" b="b"/>
                <a:pathLst>
                  <a:path w="26" h="25">
                    <a:moveTo>
                      <a:pt x="0" y="0"/>
                    </a:moveTo>
                    <a:lnTo>
                      <a:pt x="7" y="0"/>
                    </a:lnTo>
                    <a:lnTo>
                      <a:pt x="19" y="17"/>
                    </a:lnTo>
                    <a:lnTo>
                      <a:pt x="19" y="17"/>
                    </a:lnTo>
                    <a:lnTo>
                      <a:pt x="19" y="0"/>
                    </a:lnTo>
                    <a:lnTo>
                      <a:pt x="26" y="0"/>
                    </a:lnTo>
                    <a:lnTo>
                      <a:pt x="26" y="25"/>
                    </a:lnTo>
                    <a:lnTo>
                      <a:pt x="19" y="25"/>
                    </a:lnTo>
                    <a:lnTo>
                      <a:pt x="6" y="10"/>
                    </a:lnTo>
                    <a:lnTo>
                      <a:pt x="6" y="10"/>
                    </a:lnTo>
                    <a:lnTo>
                      <a:pt x="6" y="25"/>
                    </a:lnTo>
                    <a:lnTo>
                      <a:pt x="0" y="25"/>
                    </a:lnTo>
                    <a:lnTo>
                      <a:pt x="0" y="0"/>
                    </a:lnTo>
                    <a:close/>
                  </a:path>
                </a:pathLst>
              </a:custGeom>
              <a:solidFill>
                <a:srgbClr val="000000"/>
              </a:solidFill>
              <a:ln>
                <a:noFill/>
              </a:ln>
            </p:spPr>
            <p:txBody>
              <a:bodyPr vert="horz" wrap="square" lIns="91440" tIns="45720" rIns="91440" bIns="45720" anchor="t"/>
              <a:p>
                <a:pPr marL="0" algn="l"/>
              </a:p>
            </p:txBody>
          </p:sp>
          <p:sp>
            <p:nvSpPr>
              <p:cNvPr id="25" name="Freeform 25"/>
              <p:cNvSpPr/>
              <p:nvPr/>
            </p:nvSpPr>
            <p:spPr>
              <a:xfrm>
                <a:off x="11222768" y="4472434"/>
                <a:ext cx="39688" cy="39688"/>
              </a:xfrm>
              <a:custGeom>
                <a:avLst/>
                <a:gdLst/>
                <a:ahLst/>
                <a:cxnLst/>
                <a:rect l="l" t="t" r="r" b="b"/>
                <a:pathLst>
                  <a:path w="13" h="13">
                    <a:moveTo>
                      <a:pt x="5" y="2"/>
                    </a:moveTo>
                    <a:cubicBezTo>
                      <a:pt x="7" y="2"/>
                      <a:pt x="8" y="2"/>
                      <a:pt x="8" y="3"/>
                    </a:cubicBezTo>
                    <a:cubicBezTo>
                      <a:pt x="9" y="3"/>
                      <a:pt x="9" y="4"/>
                      <a:pt x="9" y="4"/>
                    </a:cubicBezTo>
                    <a:cubicBezTo>
                      <a:pt x="9" y="6"/>
                      <a:pt x="7" y="6"/>
                      <a:pt x="5" y="6"/>
                    </a:cubicBezTo>
                    <a:cubicBezTo>
                      <a:pt x="3" y="6"/>
                      <a:pt x="3" y="6"/>
                      <a:pt x="3" y="6"/>
                    </a:cubicBezTo>
                    <a:cubicBezTo>
                      <a:pt x="3" y="2"/>
                      <a:pt x="3" y="2"/>
                      <a:pt x="3" y="2"/>
                    </a:cubicBezTo>
                    <a:lnTo>
                      <a:pt x="5" y="2"/>
                    </a:lnTo>
                    <a:close/>
                    <a:moveTo>
                      <a:pt x="0" y="13"/>
                    </a:moveTo>
                    <a:cubicBezTo>
                      <a:pt x="3" y="13"/>
                      <a:pt x="3" y="13"/>
                      <a:pt x="3" y="13"/>
                    </a:cubicBezTo>
                    <a:cubicBezTo>
                      <a:pt x="3" y="8"/>
                      <a:pt x="3" y="8"/>
                      <a:pt x="3" y="8"/>
                    </a:cubicBezTo>
                    <a:cubicBezTo>
                      <a:pt x="5" y="8"/>
                      <a:pt x="5" y="8"/>
                      <a:pt x="5" y="8"/>
                    </a:cubicBezTo>
                    <a:cubicBezTo>
                      <a:pt x="7" y="8"/>
                      <a:pt x="9" y="8"/>
                      <a:pt x="10" y="8"/>
                    </a:cubicBezTo>
                    <a:cubicBezTo>
                      <a:pt x="11" y="8"/>
                      <a:pt x="13" y="6"/>
                      <a:pt x="13" y="4"/>
                    </a:cubicBezTo>
                    <a:cubicBezTo>
                      <a:pt x="13" y="2"/>
                      <a:pt x="11" y="1"/>
                      <a:pt x="10" y="0"/>
                    </a:cubicBezTo>
                    <a:cubicBezTo>
                      <a:pt x="9" y="0"/>
                      <a:pt x="8" y="0"/>
                      <a:pt x="5" y="0"/>
                    </a:cubicBezTo>
                    <a:cubicBezTo>
                      <a:pt x="0" y="0"/>
                      <a:pt x="0" y="0"/>
                      <a:pt x="0" y="0"/>
                    </a:cubicBezTo>
                    <a:lnTo>
                      <a:pt x="0" y="13"/>
                    </a:lnTo>
                    <a:close/>
                  </a:path>
                </a:pathLst>
              </a:custGeom>
              <a:solidFill>
                <a:srgbClr val="000000"/>
              </a:solidFill>
              <a:ln>
                <a:noFill/>
              </a:ln>
            </p:spPr>
            <p:txBody>
              <a:bodyPr vert="horz" wrap="square" lIns="91440" tIns="45720" rIns="91440" bIns="45720" anchor="t"/>
              <a:p>
                <a:pPr marL="0" algn="l"/>
              </a:p>
            </p:txBody>
          </p:sp>
          <p:sp>
            <p:nvSpPr>
              <p:cNvPr id="26" name="Freeform 26"/>
              <p:cNvSpPr/>
              <p:nvPr/>
            </p:nvSpPr>
            <p:spPr>
              <a:xfrm>
                <a:off x="11268806" y="4472434"/>
                <a:ext cx="47625" cy="42863"/>
              </a:xfrm>
              <a:custGeom>
                <a:avLst/>
                <a:gdLst/>
                <a:ahLst/>
                <a:cxnLst/>
                <a:rect l="l" t="t" r="r" b="b"/>
                <a:pathLst>
                  <a:path w="16" h="14">
                    <a:moveTo>
                      <a:pt x="3" y="7"/>
                    </a:moveTo>
                    <a:cubicBezTo>
                      <a:pt x="3" y="5"/>
                      <a:pt x="4" y="2"/>
                      <a:pt x="8" y="2"/>
                    </a:cubicBezTo>
                    <a:cubicBezTo>
                      <a:pt x="12" y="2"/>
                      <a:pt x="13" y="5"/>
                      <a:pt x="13" y="7"/>
                    </a:cubicBezTo>
                    <a:cubicBezTo>
                      <a:pt x="13" y="11"/>
                      <a:pt x="10" y="11"/>
                      <a:pt x="8" y="11"/>
                    </a:cubicBezTo>
                    <a:cubicBezTo>
                      <a:pt x="6" y="11"/>
                      <a:pt x="5" y="10"/>
                      <a:pt x="4" y="10"/>
                    </a:cubicBezTo>
                    <a:cubicBezTo>
                      <a:pt x="4" y="9"/>
                      <a:pt x="3" y="8"/>
                      <a:pt x="3" y="7"/>
                    </a:cubicBezTo>
                    <a:close/>
                    <a:moveTo>
                      <a:pt x="0" y="7"/>
                    </a:moveTo>
                    <a:cubicBezTo>
                      <a:pt x="0" y="10"/>
                      <a:pt x="2" y="14"/>
                      <a:pt x="8" y="14"/>
                    </a:cubicBezTo>
                    <a:cubicBezTo>
                      <a:pt x="14" y="14"/>
                      <a:pt x="16" y="10"/>
                      <a:pt x="16" y="7"/>
                    </a:cubicBezTo>
                    <a:cubicBezTo>
                      <a:pt x="16" y="3"/>
                      <a:pt x="13" y="0"/>
                      <a:pt x="8" y="0"/>
                    </a:cubicBezTo>
                    <a:cubicBezTo>
                      <a:pt x="3" y="0"/>
                      <a:pt x="0" y="2"/>
                      <a:pt x="0" y="7"/>
                    </a:cubicBezTo>
                    <a:close/>
                  </a:path>
                </a:pathLst>
              </a:custGeom>
              <a:solidFill>
                <a:srgbClr val="000000"/>
              </a:solidFill>
              <a:ln>
                <a:noFill/>
              </a:ln>
            </p:spPr>
            <p:txBody>
              <a:bodyPr vert="horz" wrap="square" lIns="91440" tIns="45720" rIns="91440" bIns="45720" anchor="t"/>
              <a:p>
                <a:pPr marL="0" algn="l"/>
              </a:p>
            </p:txBody>
          </p:sp>
          <p:sp>
            <p:nvSpPr>
              <p:cNvPr id="27" name="Freeform 27"/>
              <p:cNvSpPr/>
              <p:nvPr/>
            </p:nvSpPr>
            <p:spPr>
              <a:xfrm>
                <a:off x="11316431" y="4472434"/>
                <a:ext cx="66675" cy="39688"/>
              </a:xfrm>
              <a:custGeom>
                <a:avLst/>
                <a:gdLst/>
                <a:ahLst/>
                <a:cxnLst/>
                <a:rect l="l" t="t" r="r" b="b"/>
                <a:pathLst>
                  <a:path w="42" h="25">
                    <a:moveTo>
                      <a:pt x="0" y="0"/>
                    </a:moveTo>
                    <a:lnTo>
                      <a:pt x="6" y="0"/>
                    </a:lnTo>
                    <a:lnTo>
                      <a:pt x="11" y="17"/>
                    </a:lnTo>
                    <a:lnTo>
                      <a:pt x="11" y="17"/>
                    </a:lnTo>
                    <a:lnTo>
                      <a:pt x="17" y="0"/>
                    </a:lnTo>
                    <a:lnTo>
                      <a:pt x="25" y="0"/>
                    </a:lnTo>
                    <a:lnTo>
                      <a:pt x="30" y="17"/>
                    </a:lnTo>
                    <a:lnTo>
                      <a:pt x="30" y="17"/>
                    </a:lnTo>
                    <a:lnTo>
                      <a:pt x="36" y="0"/>
                    </a:lnTo>
                    <a:lnTo>
                      <a:pt x="42" y="0"/>
                    </a:lnTo>
                    <a:lnTo>
                      <a:pt x="34" y="25"/>
                    </a:lnTo>
                    <a:lnTo>
                      <a:pt x="26" y="25"/>
                    </a:lnTo>
                    <a:lnTo>
                      <a:pt x="21" y="6"/>
                    </a:lnTo>
                    <a:lnTo>
                      <a:pt x="21" y="6"/>
                    </a:lnTo>
                    <a:lnTo>
                      <a:pt x="15" y="25"/>
                    </a:lnTo>
                    <a:lnTo>
                      <a:pt x="8" y="25"/>
                    </a:lnTo>
                    <a:lnTo>
                      <a:pt x="0" y="0"/>
                    </a:lnTo>
                    <a:close/>
                  </a:path>
                </a:pathLst>
              </a:custGeom>
              <a:solidFill>
                <a:srgbClr val="000000"/>
              </a:solidFill>
              <a:ln>
                <a:noFill/>
              </a:ln>
            </p:spPr>
            <p:txBody>
              <a:bodyPr vert="horz" wrap="square" lIns="91440" tIns="45720" rIns="91440" bIns="45720" anchor="t"/>
              <a:p>
                <a:pPr marL="0" algn="l"/>
              </a:p>
            </p:txBody>
          </p:sp>
          <p:sp>
            <p:nvSpPr>
              <p:cNvPr id="28" name="Freeform 28"/>
              <p:cNvSpPr/>
              <p:nvPr/>
            </p:nvSpPr>
            <p:spPr>
              <a:xfrm>
                <a:off x="11387868" y="4472434"/>
                <a:ext cx="39688" cy="39688"/>
              </a:xfrm>
              <a:custGeom>
                <a:avLst/>
                <a:gdLst/>
                <a:ahLst/>
                <a:cxnLst/>
                <a:rect l="l" t="t" r="r" b="b"/>
                <a:pathLst>
                  <a:path w="25" h="25">
                    <a:moveTo>
                      <a:pt x="0" y="0"/>
                    </a:moveTo>
                    <a:lnTo>
                      <a:pt x="23" y="0"/>
                    </a:lnTo>
                    <a:lnTo>
                      <a:pt x="23" y="4"/>
                    </a:lnTo>
                    <a:lnTo>
                      <a:pt x="6" y="4"/>
                    </a:lnTo>
                    <a:lnTo>
                      <a:pt x="6" y="10"/>
                    </a:lnTo>
                    <a:lnTo>
                      <a:pt x="23" y="10"/>
                    </a:lnTo>
                    <a:lnTo>
                      <a:pt x="23" y="15"/>
                    </a:lnTo>
                    <a:lnTo>
                      <a:pt x="6" y="15"/>
                    </a:lnTo>
                    <a:lnTo>
                      <a:pt x="6" y="21"/>
                    </a:lnTo>
                    <a:lnTo>
                      <a:pt x="25" y="21"/>
                    </a:lnTo>
                    <a:lnTo>
                      <a:pt x="25" y="25"/>
                    </a:lnTo>
                    <a:lnTo>
                      <a:pt x="0" y="25"/>
                    </a:lnTo>
                    <a:lnTo>
                      <a:pt x="0" y="0"/>
                    </a:lnTo>
                    <a:close/>
                  </a:path>
                </a:pathLst>
              </a:custGeom>
              <a:solidFill>
                <a:srgbClr val="000000"/>
              </a:solidFill>
              <a:ln>
                <a:noFill/>
              </a:ln>
            </p:spPr>
            <p:txBody>
              <a:bodyPr vert="horz" wrap="square" lIns="91440" tIns="45720" rIns="91440" bIns="45720" anchor="t"/>
              <a:p>
                <a:pPr marL="0" algn="l"/>
              </a:p>
            </p:txBody>
          </p:sp>
          <p:sp>
            <p:nvSpPr>
              <p:cNvPr id="29" name="Freeform 29"/>
              <p:cNvSpPr/>
              <p:nvPr/>
            </p:nvSpPr>
            <p:spPr>
              <a:xfrm>
                <a:off x="11437081" y="4472434"/>
                <a:ext cx="44450" cy="39688"/>
              </a:xfrm>
              <a:custGeom>
                <a:avLst/>
                <a:gdLst/>
                <a:ahLst/>
                <a:cxnLst/>
                <a:rect l="l" t="t" r="r" b="b"/>
                <a:pathLst>
                  <a:path w="15" h="13">
                    <a:moveTo>
                      <a:pt x="3" y="2"/>
                    </a:moveTo>
                    <a:cubicBezTo>
                      <a:pt x="6" y="2"/>
                      <a:pt x="6" y="2"/>
                      <a:pt x="6" y="2"/>
                    </a:cubicBezTo>
                    <a:cubicBezTo>
                      <a:pt x="8" y="2"/>
                      <a:pt x="8" y="2"/>
                      <a:pt x="9" y="3"/>
                    </a:cubicBezTo>
                    <a:cubicBezTo>
                      <a:pt x="10" y="3"/>
                      <a:pt x="10" y="3"/>
                      <a:pt x="10" y="4"/>
                    </a:cubicBezTo>
                    <a:cubicBezTo>
                      <a:pt x="10" y="4"/>
                      <a:pt x="10" y="5"/>
                      <a:pt x="9" y="6"/>
                    </a:cubicBezTo>
                    <a:cubicBezTo>
                      <a:pt x="8" y="6"/>
                      <a:pt x="7" y="6"/>
                      <a:pt x="5" y="6"/>
                    </a:cubicBezTo>
                    <a:cubicBezTo>
                      <a:pt x="3" y="6"/>
                      <a:pt x="3" y="6"/>
                      <a:pt x="3" y="6"/>
                    </a:cubicBezTo>
                    <a:lnTo>
                      <a:pt x="3" y="2"/>
                    </a:lnTo>
                    <a:close/>
                    <a:moveTo>
                      <a:pt x="0" y="13"/>
                    </a:moveTo>
                    <a:cubicBezTo>
                      <a:pt x="3" y="13"/>
                      <a:pt x="3" y="13"/>
                      <a:pt x="3" y="13"/>
                    </a:cubicBezTo>
                    <a:cubicBezTo>
                      <a:pt x="3" y="8"/>
                      <a:pt x="3" y="8"/>
                      <a:pt x="3" y="8"/>
                    </a:cubicBezTo>
                    <a:cubicBezTo>
                      <a:pt x="4" y="8"/>
                      <a:pt x="4" y="8"/>
                      <a:pt x="4" y="8"/>
                    </a:cubicBezTo>
                    <a:cubicBezTo>
                      <a:pt x="6" y="8"/>
                      <a:pt x="6" y="8"/>
                      <a:pt x="8" y="11"/>
                    </a:cubicBezTo>
                    <a:cubicBezTo>
                      <a:pt x="11" y="13"/>
                      <a:pt x="11" y="13"/>
                      <a:pt x="11" y="13"/>
                    </a:cubicBezTo>
                    <a:cubicBezTo>
                      <a:pt x="15" y="13"/>
                      <a:pt x="15" y="13"/>
                      <a:pt x="15" y="13"/>
                    </a:cubicBezTo>
                    <a:cubicBezTo>
                      <a:pt x="13" y="11"/>
                      <a:pt x="13" y="11"/>
                      <a:pt x="13" y="11"/>
                    </a:cubicBezTo>
                    <a:cubicBezTo>
                      <a:pt x="11" y="9"/>
                      <a:pt x="10" y="8"/>
                      <a:pt x="9" y="8"/>
                    </a:cubicBezTo>
                    <a:cubicBezTo>
                      <a:pt x="9" y="8"/>
                      <a:pt x="9" y="8"/>
                      <a:pt x="9" y="8"/>
                    </a:cubicBezTo>
                    <a:cubicBezTo>
                      <a:pt x="10" y="7"/>
                      <a:pt x="10" y="7"/>
                      <a:pt x="11" y="7"/>
                    </a:cubicBezTo>
                    <a:cubicBezTo>
                      <a:pt x="12" y="7"/>
                      <a:pt x="13" y="5"/>
                      <a:pt x="13" y="4"/>
                    </a:cubicBezTo>
                    <a:cubicBezTo>
                      <a:pt x="13" y="2"/>
                      <a:pt x="13" y="1"/>
                      <a:pt x="11" y="0"/>
                    </a:cubicBezTo>
                    <a:cubicBezTo>
                      <a:pt x="10" y="0"/>
                      <a:pt x="9" y="0"/>
                      <a:pt x="7" y="0"/>
                    </a:cubicBezTo>
                    <a:cubicBezTo>
                      <a:pt x="0" y="0"/>
                      <a:pt x="0" y="0"/>
                      <a:pt x="0" y="0"/>
                    </a:cubicBezTo>
                    <a:lnTo>
                      <a:pt x="0" y="13"/>
                    </a:lnTo>
                    <a:close/>
                  </a:path>
                </a:pathLst>
              </a:custGeom>
              <a:solidFill>
                <a:srgbClr val="000000"/>
              </a:solidFill>
              <a:ln>
                <a:noFill/>
              </a:ln>
            </p:spPr>
            <p:txBody>
              <a:bodyPr vert="horz" wrap="square" lIns="91440" tIns="45720" rIns="91440" bIns="45720" anchor="t"/>
              <a:p>
                <a:pPr marL="0" algn="l"/>
              </a:p>
            </p:txBody>
          </p:sp>
          <p:sp>
            <p:nvSpPr>
              <p:cNvPr id="30" name="Freeform 30"/>
              <p:cNvSpPr/>
              <p:nvPr/>
            </p:nvSpPr>
            <p:spPr>
              <a:xfrm>
                <a:off x="11502168" y="4472434"/>
                <a:ext cx="49213" cy="42863"/>
              </a:xfrm>
              <a:custGeom>
                <a:avLst/>
                <a:gdLst/>
                <a:ahLst/>
                <a:cxnLst/>
                <a:rect l="l" t="t" r="r" b="b"/>
                <a:pathLst>
                  <a:path w="16" h="14">
                    <a:moveTo>
                      <a:pt x="9" y="6"/>
                    </a:moveTo>
                    <a:cubicBezTo>
                      <a:pt x="16" y="6"/>
                      <a:pt x="16" y="6"/>
                      <a:pt x="16" y="6"/>
                    </a:cubicBezTo>
                    <a:cubicBezTo>
                      <a:pt x="16" y="12"/>
                      <a:pt x="16" y="12"/>
                      <a:pt x="16" y="12"/>
                    </a:cubicBezTo>
                    <a:cubicBezTo>
                      <a:pt x="15" y="12"/>
                      <a:pt x="12" y="14"/>
                      <a:pt x="9" y="14"/>
                    </a:cubicBezTo>
                    <a:cubicBezTo>
                      <a:pt x="3" y="14"/>
                      <a:pt x="0" y="10"/>
                      <a:pt x="0" y="7"/>
                    </a:cubicBezTo>
                    <a:cubicBezTo>
                      <a:pt x="0" y="3"/>
                      <a:pt x="3" y="0"/>
                      <a:pt x="9" y="0"/>
                    </a:cubicBezTo>
                    <a:cubicBezTo>
                      <a:pt x="11" y="0"/>
                      <a:pt x="15" y="0"/>
                      <a:pt x="16" y="4"/>
                    </a:cubicBezTo>
                    <a:cubicBezTo>
                      <a:pt x="13" y="4"/>
                      <a:pt x="13" y="4"/>
                      <a:pt x="13" y="4"/>
                    </a:cubicBezTo>
                    <a:cubicBezTo>
                      <a:pt x="12" y="2"/>
                      <a:pt x="10" y="2"/>
                      <a:pt x="9" y="2"/>
                    </a:cubicBezTo>
                    <a:cubicBezTo>
                      <a:pt x="7" y="2"/>
                      <a:pt x="6" y="2"/>
                      <a:pt x="5" y="4"/>
                    </a:cubicBezTo>
                    <a:cubicBezTo>
                      <a:pt x="4" y="4"/>
                      <a:pt x="4" y="6"/>
                      <a:pt x="4" y="7"/>
                    </a:cubicBezTo>
                    <a:cubicBezTo>
                      <a:pt x="4" y="9"/>
                      <a:pt x="5" y="11"/>
                      <a:pt x="9" y="11"/>
                    </a:cubicBezTo>
                    <a:cubicBezTo>
                      <a:pt x="11" y="11"/>
                      <a:pt x="12" y="10"/>
                      <a:pt x="13" y="10"/>
                    </a:cubicBezTo>
                    <a:cubicBezTo>
                      <a:pt x="13" y="9"/>
                      <a:pt x="13" y="9"/>
                      <a:pt x="13" y="9"/>
                    </a:cubicBezTo>
                    <a:cubicBezTo>
                      <a:pt x="9" y="9"/>
                      <a:pt x="9" y="9"/>
                      <a:pt x="9" y="9"/>
                    </a:cubicBezTo>
                    <a:lnTo>
                      <a:pt x="9" y="6"/>
                    </a:lnTo>
                    <a:close/>
                  </a:path>
                </a:pathLst>
              </a:custGeom>
              <a:solidFill>
                <a:srgbClr val="000000"/>
              </a:solidFill>
              <a:ln>
                <a:noFill/>
              </a:ln>
            </p:spPr>
            <p:txBody>
              <a:bodyPr vert="horz" wrap="square" lIns="91440" tIns="45720" rIns="91440" bIns="45720" anchor="t"/>
              <a:p>
                <a:pPr marL="0" algn="l"/>
              </a:p>
            </p:txBody>
          </p:sp>
          <p:sp>
            <p:nvSpPr>
              <p:cNvPr id="31" name="Freeform 31"/>
              <p:cNvSpPr/>
              <p:nvPr/>
            </p:nvSpPr>
            <p:spPr>
              <a:xfrm>
                <a:off x="11559318" y="4472434"/>
                <a:ext cx="49213" cy="39688"/>
              </a:xfrm>
              <a:custGeom>
                <a:avLst/>
                <a:gdLst/>
                <a:ahLst/>
                <a:cxnLst/>
                <a:rect l="l" t="t" r="r" b="b"/>
                <a:pathLst>
                  <a:path w="16" h="13">
                    <a:moveTo>
                      <a:pt x="4" y="2"/>
                    </a:moveTo>
                    <a:cubicBezTo>
                      <a:pt x="7" y="2"/>
                      <a:pt x="7" y="2"/>
                      <a:pt x="7" y="2"/>
                    </a:cubicBezTo>
                    <a:cubicBezTo>
                      <a:pt x="9" y="2"/>
                      <a:pt x="9" y="2"/>
                      <a:pt x="10" y="3"/>
                    </a:cubicBezTo>
                    <a:cubicBezTo>
                      <a:pt x="11" y="3"/>
                      <a:pt x="11" y="3"/>
                      <a:pt x="11" y="4"/>
                    </a:cubicBezTo>
                    <a:cubicBezTo>
                      <a:pt x="11" y="4"/>
                      <a:pt x="11" y="5"/>
                      <a:pt x="9" y="6"/>
                    </a:cubicBezTo>
                    <a:cubicBezTo>
                      <a:pt x="9" y="6"/>
                      <a:pt x="7" y="6"/>
                      <a:pt x="6" y="6"/>
                    </a:cubicBezTo>
                    <a:cubicBezTo>
                      <a:pt x="4" y="6"/>
                      <a:pt x="4" y="6"/>
                      <a:pt x="4" y="6"/>
                    </a:cubicBezTo>
                    <a:lnTo>
                      <a:pt x="4" y="2"/>
                    </a:lnTo>
                    <a:close/>
                    <a:moveTo>
                      <a:pt x="0" y="13"/>
                    </a:moveTo>
                    <a:cubicBezTo>
                      <a:pt x="4" y="13"/>
                      <a:pt x="4" y="13"/>
                      <a:pt x="4" y="13"/>
                    </a:cubicBezTo>
                    <a:cubicBezTo>
                      <a:pt x="4" y="8"/>
                      <a:pt x="4" y="8"/>
                      <a:pt x="4" y="8"/>
                    </a:cubicBezTo>
                    <a:cubicBezTo>
                      <a:pt x="5" y="8"/>
                      <a:pt x="5" y="8"/>
                      <a:pt x="5" y="8"/>
                    </a:cubicBezTo>
                    <a:cubicBezTo>
                      <a:pt x="7" y="8"/>
                      <a:pt x="7" y="8"/>
                      <a:pt x="9" y="11"/>
                    </a:cubicBezTo>
                    <a:cubicBezTo>
                      <a:pt x="12" y="13"/>
                      <a:pt x="12" y="13"/>
                      <a:pt x="12" y="13"/>
                    </a:cubicBezTo>
                    <a:cubicBezTo>
                      <a:pt x="16" y="13"/>
                      <a:pt x="16" y="13"/>
                      <a:pt x="16" y="13"/>
                    </a:cubicBezTo>
                    <a:cubicBezTo>
                      <a:pt x="14" y="11"/>
                      <a:pt x="14" y="11"/>
                      <a:pt x="14" y="11"/>
                    </a:cubicBezTo>
                    <a:cubicBezTo>
                      <a:pt x="12" y="9"/>
                      <a:pt x="11" y="8"/>
                      <a:pt x="10" y="8"/>
                    </a:cubicBezTo>
                    <a:cubicBezTo>
                      <a:pt x="10" y="8"/>
                      <a:pt x="10" y="8"/>
                      <a:pt x="10" y="8"/>
                    </a:cubicBezTo>
                    <a:cubicBezTo>
                      <a:pt x="10" y="7"/>
                      <a:pt x="11" y="7"/>
                      <a:pt x="12" y="7"/>
                    </a:cubicBezTo>
                    <a:cubicBezTo>
                      <a:pt x="13" y="7"/>
                      <a:pt x="14" y="5"/>
                      <a:pt x="14" y="4"/>
                    </a:cubicBezTo>
                    <a:cubicBezTo>
                      <a:pt x="14" y="2"/>
                      <a:pt x="13" y="1"/>
                      <a:pt x="12" y="0"/>
                    </a:cubicBezTo>
                    <a:cubicBezTo>
                      <a:pt x="11" y="0"/>
                      <a:pt x="10" y="0"/>
                      <a:pt x="8" y="0"/>
                    </a:cubicBezTo>
                    <a:cubicBezTo>
                      <a:pt x="0" y="0"/>
                      <a:pt x="0" y="0"/>
                      <a:pt x="0" y="0"/>
                    </a:cubicBezTo>
                    <a:lnTo>
                      <a:pt x="0" y="13"/>
                    </a:lnTo>
                    <a:close/>
                  </a:path>
                </a:pathLst>
              </a:custGeom>
              <a:solidFill>
                <a:srgbClr val="000000"/>
              </a:solidFill>
              <a:ln>
                <a:noFill/>
              </a:ln>
            </p:spPr>
            <p:txBody>
              <a:bodyPr vert="horz" wrap="square" lIns="91440" tIns="45720" rIns="91440" bIns="45720" anchor="t"/>
              <a:p>
                <a:pPr marL="0" algn="l"/>
              </a:p>
            </p:txBody>
          </p:sp>
          <p:sp>
            <p:nvSpPr>
              <p:cNvPr id="32" name="AutoShape 32"/>
              <p:cNvSpPr/>
              <p:nvPr/>
            </p:nvSpPr>
            <p:spPr>
              <a:xfrm>
                <a:off x="11610118" y="4472434"/>
                <a:ext cx="12700" cy="39688"/>
              </a:xfrm>
              <a:prstGeom prst="rect">
                <a:avLst/>
              </a:prstGeom>
              <a:solidFill>
                <a:srgbClr val="000000"/>
              </a:solidFill>
              <a:ln>
                <a:noFill/>
              </a:ln>
            </p:spPr>
            <p:txBody>
              <a:bodyPr vert="horz" wrap="square" lIns="91440" tIns="45720" rIns="91440" bIns="45720" anchor="t"/>
              <a:p>
                <a:pPr marL="0" algn="l"/>
              </a:p>
            </p:txBody>
          </p:sp>
          <p:sp>
            <p:nvSpPr>
              <p:cNvPr id="33" name="Freeform 33"/>
              <p:cNvSpPr/>
              <p:nvPr/>
            </p:nvSpPr>
            <p:spPr>
              <a:xfrm>
                <a:off x="11632343" y="4472434"/>
                <a:ext cx="41275" cy="39688"/>
              </a:xfrm>
              <a:custGeom>
                <a:avLst/>
                <a:gdLst/>
                <a:ahLst/>
                <a:cxnLst/>
                <a:rect l="l" t="t" r="r" b="b"/>
                <a:pathLst>
                  <a:path w="14" h="13">
                    <a:moveTo>
                      <a:pt x="5" y="2"/>
                    </a:moveTo>
                    <a:cubicBezTo>
                      <a:pt x="8" y="2"/>
                      <a:pt x="11" y="2"/>
                      <a:pt x="11" y="7"/>
                    </a:cubicBezTo>
                    <a:cubicBezTo>
                      <a:pt x="11" y="11"/>
                      <a:pt x="9" y="11"/>
                      <a:pt x="6" y="11"/>
                    </a:cubicBezTo>
                    <a:cubicBezTo>
                      <a:pt x="3" y="11"/>
                      <a:pt x="3" y="11"/>
                      <a:pt x="3" y="11"/>
                    </a:cubicBezTo>
                    <a:cubicBezTo>
                      <a:pt x="3" y="2"/>
                      <a:pt x="3" y="2"/>
                      <a:pt x="3" y="2"/>
                    </a:cubicBezTo>
                    <a:lnTo>
                      <a:pt x="5" y="2"/>
                    </a:lnTo>
                    <a:close/>
                    <a:moveTo>
                      <a:pt x="0" y="0"/>
                    </a:moveTo>
                    <a:cubicBezTo>
                      <a:pt x="0" y="13"/>
                      <a:pt x="0" y="13"/>
                      <a:pt x="0" y="13"/>
                    </a:cubicBezTo>
                    <a:cubicBezTo>
                      <a:pt x="6" y="13"/>
                      <a:pt x="6" y="13"/>
                      <a:pt x="6" y="13"/>
                    </a:cubicBezTo>
                    <a:cubicBezTo>
                      <a:pt x="8" y="13"/>
                      <a:pt x="10" y="13"/>
                      <a:pt x="12" y="12"/>
                    </a:cubicBezTo>
                    <a:cubicBezTo>
                      <a:pt x="14" y="10"/>
                      <a:pt x="14" y="8"/>
                      <a:pt x="14" y="7"/>
                    </a:cubicBezTo>
                    <a:cubicBezTo>
                      <a:pt x="14" y="4"/>
                      <a:pt x="13" y="3"/>
                      <a:pt x="13" y="2"/>
                    </a:cubicBezTo>
                    <a:cubicBezTo>
                      <a:pt x="11" y="0"/>
                      <a:pt x="8" y="0"/>
                      <a:pt x="6" y="0"/>
                    </a:cubicBezTo>
                    <a:lnTo>
                      <a:pt x="0" y="0"/>
                    </a:lnTo>
                    <a:close/>
                  </a:path>
                </a:pathLst>
              </a:custGeom>
              <a:solidFill>
                <a:srgbClr val="000000"/>
              </a:solidFill>
              <a:ln>
                <a:noFill/>
              </a:ln>
            </p:spPr>
            <p:txBody>
              <a:bodyPr vert="horz" wrap="square" lIns="91440" tIns="45720" rIns="91440" bIns="45720" anchor="t"/>
              <a:p>
                <a:pPr marL="0" algn="l"/>
              </a:p>
            </p:txBody>
          </p:sp>
        </p:grpSp>
      </p:grpSp>
      <p:cxnSp>
        <p:nvCxnSpPr>
          <p:cNvPr id="34" name="Connector 34"/>
          <p:cNvCxnSpPr/>
          <p:nvPr/>
        </p:nvCxnSpPr>
        <p:spPr>
          <a:xfrm>
            <a:off x="-35" y="775856"/>
            <a:ext cx="12192000" cy="0"/>
          </a:xfrm>
          <a:prstGeom prst="line">
            <a:avLst/>
          </a:prstGeom>
          <a:ln w="19050">
            <a:solidFill>
              <a:srgbClr val="100964"/>
            </a:solidFill>
          </a:ln>
        </p:spPr>
      </p:cxnSp>
      <p:sp>
        <p:nvSpPr>
          <p:cNvPr id="35" name="AutoShape 35"/>
          <p:cNvSpPr/>
          <p:nvPr>
            <p:ph type="title"/>
          </p:nvPr>
        </p:nvSpPr>
        <p:spPr>
          <a:xfrm>
            <a:off x="233871" y="71022"/>
            <a:ext cx="9693338" cy="639006"/>
          </a:xfrm>
          <a:prstGeom prst="rect">
            <a:avLst/>
          </a:prstGeom>
        </p:spPr>
        <p:txBody>
          <a:bodyPr vert="horz" lIns="91440" tIns="45720" rIns="91440" bIns="45720" anchor="ctr">
            <a:noAutofit/>
          </a:bodyPr>
          <a:p>
            <a:pPr marL="0" indent="0" algn="l">
              <a:lnSpc>
                <a:spcPct val="90000"/>
              </a:lnSpc>
              <a:spcBef>
                <a:spcPts val="1000"/>
              </a:spcBef>
              <a:buNone/>
            </a:pPr>
            <a:r>
              <a:rPr lang="zh-CN" altLang="en-US" sz="2200" b="1">
                <a:solidFill>
                  <a:srgbClr val="103070"/>
                </a:solidFill>
                <a:latin typeface="微软雅黑" panose="020B0503020204020204" charset="-122"/>
                <a:ea typeface="微软雅黑" panose="020B0503020204020204" charset="-122"/>
              </a:rPr>
              <a:t>单击此处编辑母版标题样式</a:t>
            </a:r>
            <a:endParaRPr lang="zh-CN" altLang="en-US" sz="2200" b="1">
              <a:solidFill>
                <a:srgbClr val="103070"/>
              </a:solidFill>
              <a:latin typeface="微软雅黑" panose="020B0503020204020204" charset="-122"/>
              <a:ea typeface="微软雅黑" panose="020B0503020204020204" charset="-122"/>
            </a:endParaRPr>
          </a:p>
        </p:txBody>
      </p:sp>
      <p:sp>
        <p:nvSpPr>
          <p:cNvPr id="36" name="AutoShape 36"/>
          <p:cNvSpPr/>
          <p:nvPr>
            <p:ph type="sldNum" sz="quarter" idx="12"/>
          </p:nvPr>
        </p:nvSpPr>
        <p:spPr>
          <a:xfrm>
            <a:off x="4724365" y="6510754"/>
            <a:ext cx="2743200" cy="365125"/>
          </a:xfrm>
          <a:prstGeom prst="rect">
            <a:avLst/>
          </a:prstGeom>
        </p:spPr>
        <p:txBody>
          <a:bodyPr vert="horz" lIns="91440" tIns="45720" rIns="91440" bIns="45720" anchor="t"/>
          <a:p>
            <a:pPr marL="0" algn="l">
              <a:buNone/>
            </a:pPr>
            <a:fld id="{3386411A-70EE-422D-B97C-F56BEE3FF077}" type="slidenum">
              <a:rPr lang="zh-CN" altLang="en-US" sz="1800">
                <a:solidFill>
                  <a:schemeClr val="tx1"/>
                </a:solidFill>
                <a:latin typeface="微软雅黑" panose="020B0503020204020204" charset="-122"/>
                <a:ea typeface="微软雅黑" panose="020B0503020204020204" charset="-122"/>
              </a:rPr>
            </a:fld>
            <a:endParaRPr lang="zh-CN" altLang="en-US" sz="1800">
              <a:solidFill>
                <a:schemeClr val="tx1"/>
              </a:solidFill>
              <a:latin typeface="微软雅黑" panose="020B0503020204020204" charset="-122"/>
              <a:ea typeface="微软雅黑" panose="020B0503020204020204" charset="-122"/>
            </a:endParaRPr>
          </a:p>
        </p:txBody>
      </p:sp>
      <p:sp>
        <p:nvSpPr>
          <p:cNvPr id="37" name="AutoShape 37"/>
          <p:cNvSpPr/>
          <p:nvPr>
            <p:ph type="body" sz="quarter" idx="13"/>
          </p:nvPr>
        </p:nvSpPr>
        <p:spPr>
          <a:xfrm>
            <a:off x="233871" y="898201"/>
            <a:ext cx="11706595" cy="914400"/>
          </a:xfrm>
          <a:prstGeom prst="rect">
            <a:avLst/>
          </a:prstGeom>
        </p:spPr>
        <p:txBody>
          <a:bodyPr vert="horz" lIns="91440" tIns="45720" rIns="91440" bIns="45720" anchor="t">
            <a:noAutofit/>
          </a:bodyPr>
          <a:p>
            <a:pPr marL="0" indent="0" algn="l">
              <a:lnSpc>
                <a:spcPct val="90000"/>
              </a:lnSpc>
              <a:spcBef>
                <a:spcPts val="1000"/>
              </a:spcBef>
              <a:buNone/>
            </a:pPr>
            <a:r>
              <a:rPr lang="zh-CN" altLang="en-US" sz="1800">
                <a:solidFill>
                  <a:schemeClr val="tx1"/>
                </a:solidFill>
                <a:latin typeface="微软雅黑" panose="020B0503020204020204" charset="-122"/>
                <a:ea typeface="微软雅黑" panose="020B0503020204020204" charset="-122"/>
              </a:rPr>
              <a:t>单击此处编辑母版文本样式</a:t>
            </a:r>
            <a:endParaRPr lang="zh-CN" altLang="en-US" sz="1800">
              <a:solidFill>
                <a:schemeClr val="tx1"/>
              </a:solidFill>
              <a:latin typeface="微软雅黑" panose="020B0503020204020204" charset="-122"/>
              <a:ea typeface="微软雅黑" panose="020B0503020204020204" charset="-122"/>
            </a:endParaRPr>
          </a:p>
        </p:txBody>
      </p:sp>
    </p:spTree>
  </p:cSld>
  <p:clrMapOvr>
    <a:masterClrMapping/>
  </p:clrMapOvr>
  <p:transition/>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1_标题幻灯片">
    <p:bg>
      <p:bgPr>
        <a:solidFill>
          <a:srgbClr val="FFFFFF"/>
        </a:solidFill>
        <a:effectLst/>
      </p:bgPr>
    </p:bg>
    <p:spTree>
      <p:nvGrpSpPr>
        <p:cNvPr id="1" name=""/>
        <p:cNvGrpSpPr/>
        <p:nvPr/>
      </p:nvGrpSpPr>
      <p:grpSpPr>
        <a:xfrm>
          <a:off x="0" y="0"/>
          <a:ext cx="0" cy="0"/>
          <a:chOff x="0" y="0"/>
          <a:chExt cx="0" cy="0"/>
        </a:xfrm>
      </p:grpSpPr>
      <p:sp>
        <p:nvSpPr>
          <p:cNvPr id="2" name="AutoShape 2"/>
          <p:cNvSpPr/>
          <p:nvPr>
            <p:ph type="title"/>
          </p:nvPr>
        </p:nvSpPr>
        <p:spPr>
          <a:xfrm>
            <a:off x="213365" y="279976"/>
            <a:ext cx="8451664" cy="480131"/>
          </a:xfrm>
          <a:prstGeom prst="rect">
            <a:avLst/>
          </a:prstGeom>
          <a:noFill/>
          <a:ln>
            <a:noFill/>
            <a:miter lim="800000"/>
          </a:ln>
        </p:spPr>
        <p:txBody>
          <a:bodyPr vert="horz" wrap="square" lIns="91440" tIns="45720" rIns="91440" bIns="45720" anchor="t">
            <a:spAutoFit/>
          </a:bodyPr>
          <a:p>
            <a:pPr algn="l">
              <a:lnSpc>
                <a:spcPct val="90000"/>
              </a:lnSpc>
              <a:spcBef>
                <a:spcPct val="0"/>
              </a:spcBef>
              <a:buNone/>
            </a:pPr>
            <a:r>
              <a:rPr lang="zh-CN" altLang="en-US" sz="2800">
                <a:solidFill>
                  <a:srgbClr val="1F497D"/>
                </a:solidFill>
                <a:latin typeface="微软雅黑" panose="020B0503020204020204" charset="-122"/>
                <a:ea typeface="微软雅黑" panose="020B0503020204020204" charset="-122"/>
              </a:rPr>
              <a:t>单击此处编辑母版标题样式</a:t>
            </a:r>
            <a:endParaRPr lang="zh-CN" altLang="en-US" sz="2800">
              <a:solidFill>
                <a:srgbClr val="1F497D"/>
              </a:solidFill>
              <a:latin typeface="微软雅黑" panose="020B0503020204020204" charset="-122"/>
              <a:ea typeface="微软雅黑" panose="020B0503020204020204" charset="-122"/>
            </a:endParaRPr>
          </a:p>
        </p:txBody>
      </p:sp>
      <p:sp>
        <p:nvSpPr>
          <p:cNvPr id="3" name="AutoShape 3"/>
          <p:cNvSpPr/>
          <p:nvPr>
            <p:ph type="sldNum" sz="quarter" idx="10"/>
          </p:nvPr>
        </p:nvSpPr>
        <p:spPr>
          <a:xfrm>
            <a:off x="9347200" y="6492875"/>
            <a:ext cx="2844800" cy="365125"/>
          </a:xfrm>
          <a:prstGeom prst="rect">
            <a:avLst/>
          </a:prstGeom>
        </p:spPr>
        <p:txBody>
          <a:bodyPr vert="horz" wrap="square" lIns="91440" tIns="45720" rIns="91440" bIns="45720" anchor="b"/>
          <a:p>
            <a:pPr marL="0" algn="r">
              <a:buNone/>
            </a:pPr>
            <a:fld id="{3386411A-70EE-422D-B97C-F56BEE3FF077}" type="slidenum">
              <a:rPr lang="zh-CN" altLang="en-US" sz="1200">
                <a:solidFill>
                  <a:srgbClr val="898989"/>
                </a:solidFill>
                <a:latin typeface="微软雅黑" panose="020B0503020204020204" charset="-122"/>
                <a:ea typeface="微软雅黑" panose="020B0503020204020204" charset="-122"/>
              </a:rPr>
            </a:fld>
            <a:endParaRPr lang="zh-CN" altLang="en-US" sz="1200">
              <a:solidFill>
                <a:srgbClr val="898989"/>
              </a:solidFill>
              <a:latin typeface="微软雅黑" panose="020B0503020204020204" charset="-122"/>
              <a:ea typeface="微软雅黑" panose="020B0503020204020204" charset="-122"/>
            </a:endParaRPr>
          </a:p>
        </p:txBody>
      </p:sp>
    </p:spTree>
  </p:cSld>
  <p:clrMapOvr>
    <a:masterClrMapping/>
  </p:clrMapOvr>
  <p:transition spd="med"/>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5_Custom Layout">
    <p:bg>
      <p:bgPr>
        <a:solidFill>
          <a:srgbClr val="FFFFFF"/>
        </a:solidFill>
        <a:effectLst/>
      </p:bgPr>
    </p:bg>
    <p:spTree>
      <p:nvGrpSpPr>
        <p:cNvPr id="1" name=""/>
        <p:cNvGrpSpPr/>
        <p:nvPr/>
      </p:nvGrpSpPr>
      <p:grpSpPr>
        <a:xfrm>
          <a:off x="0" y="0"/>
          <a:ext cx="0" cy="0"/>
          <a:chOff x="0" y="0"/>
          <a:chExt cx="0" cy="0"/>
        </a:xfrm>
      </p:grpSpPr>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Blank">
    <p:bg>
      <p:bgPr>
        <a:solidFill>
          <a:srgbClr val="FFFFFF"/>
        </a:solidFill>
        <a:effectLst/>
      </p:bgPr>
    </p:bg>
    <p:spTree>
      <p:nvGrpSpPr>
        <p:cNvPr id="1" name=""/>
        <p:cNvGrpSpPr/>
        <p:nvPr/>
      </p:nvGrpSpPr>
      <p:grpSpPr>
        <a:xfrm>
          <a:off x="0" y="0"/>
          <a:ext cx="0" cy="0"/>
          <a:chOff x="0" y="0"/>
          <a:chExt cx="0" cy="0"/>
        </a:xfrm>
      </p:grpSpPr>
      <p:sp>
        <p:nvSpPr>
          <p:cNvPr id="2" name="AutoShape 2"/>
          <p:cNvSpPr/>
          <p:nvPr>
            <p:ph type="dt" sz="half" idx="10"/>
          </p:nvPr>
        </p:nvSpPr>
        <p:spPr>
          <a:xfrm>
            <a:off x="838200" y="6356350"/>
            <a:ext cx="2743200" cy="365125"/>
          </a:xfrm>
          <a:prstGeom prst="rect">
            <a:avLst/>
          </a:prstGeom>
        </p:spPr>
        <p:txBody>
          <a:bodyPr vert="horz" lIns="91440" tIns="45720" rIns="91440" bIns="45720" anchor="ctr"/>
          <a:p>
            <a:pPr marL="0" algn="l">
              <a:buNone/>
            </a:pPr>
            <a:endParaRPr lang="zh-CN" altLang="en-US" sz="1200">
              <a:solidFill>
                <a:schemeClr val="tx1">
                  <a:tint val="82000"/>
                </a:schemeClr>
              </a:solidFill>
              <a:latin typeface="微软雅黑" panose="020B0503020204020204" charset="-122"/>
              <a:ea typeface="微软雅黑" panose="020B0503020204020204" charset="-122"/>
            </a:endParaRPr>
          </a:p>
        </p:txBody>
      </p:sp>
      <p:sp>
        <p:nvSpPr>
          <p:cNvPr id="3" name="AutoShape 3"/>
          <p:cNvSpPr/>
          <p:nvPr>
            <p:ph type="ftr" sz="quarter" idx="11"/>
          </p:nvPr>
        </p:nvSpPr>
        <p:spPr>
          <a:xfrm>
            <a:off x="4038600" y="6356350"/>
            <a:ext cx="4114800" cy="365125"/>
          </a:xfrm>
          <a:prstGeom prst="rect">
            <a:avLst/>
          </a:prstGeom>
        </p:spPr>
        <p:txBody>
          <a:bodyPr vert="horz" lIns="91440" tIns="45720" rIns="91440" bIns="45720" anchor="ctr"/>
          <a:p>
            <a:pPr marL="0" algn="ctr">
              <a:buNone/>
            </a:pPr>
          </a:p>
        </p:txBody>
      </p:sp>
      <p:sp>
        <p:nvSpPr>
          <p:cNvPr id="4" name="AutoShape 4"/>
          <p:cNvSpPr/>
          <p:nvPr>
            <p:ph type="sldNum" sz="quarter" idx="12"/>
          </p:nvPr>
        </p:nvSpPr>
        <p:spPr>
          <a:xfrm>
            <a:off x="8610600" y="6356350"/>
            <a:ext cx="2743200" cy="365125"/>
          </a:xfrm>
          <a:prstGeom prst="rect">
            <a:avLst/>
          </a:prstGeom>
        </p:spPr>
        <p:txBody>
          <a:bodyPr vert="horz" lIns="91440" tIns="45720" rIns="91440" bIns="45720" anchor="ctr"/>
          <a:p>
            <a:pPr marL="0" algn="r">
              <a:buNone/>
            </a:pPr>
            <a:fld id="{3386411A-70EE-422D-B97C-F56BEE3FF077}" type="slidenum">
              <a:rPr lang="zh-CN" altLang="en-US" sz="1200">
                <a:solidFill>
                  <a:schemeClr val="tx1">
                    <a:tint val="82000"/>
                  </a:schemeClr>
                </a:solidFill>
                <a:latin typeface="微软雅黑" panose="020B0503020204020204" charset="-122"/>
                <a:ea typeface="微软雅黑" panose="020B0503020204020204" charset="-122"/>
              </a:rPr>
            </a:fld>
            <a:endParaRPr lang="zh-CN" altLang="en-US" sz="1200">
              <a:solidFill>
                <a:schemeClr val="tx1">
                  <a:tint val="82000"/>
                </a:schemeClr>
              </a:solidFill>
              <a:latin typeface="微软雅黑" panose="020B0503020204020204" charset="-122"/>
              <a:ea typeface="微软雅黑" panose="020B0503020204020204" charset="-122"/>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标题和内容">
    <p:bg>
      <p:bgPr>
        <a:solidFill>
          <a:srgbClr val="FFFFFF"/>
        </a:solidFill>
        <a:effectLst/>
      </p:bgPr>
    </p:bg>
    <p:spTree>
      <p:nvGrpSpPr>
        <p:cNvPr id="1" name=""/>
        <p:cNvGrpSpPr/>
        <p:nvPr/>
      </p:nvGrpSpPr>
      <p:grpSpPr>
        <a:xfrm>
          <a:off x="0" y="0"/>
          <a:ext cx="0" cy="0"/>
          <a:chOff x="0" y="0"/>
          <a:chExt cx="0" cy="0"/>
        </a:xfrm>
      </p:grpSpPr>
      <p:sp>
        <p:nvSpPr>
          <p:cNvPr id="2" name="AutoShape 2"/>
          <p:cNvSpPr/>
          <p:nvPr>
            <p:ph type="title"/>
          </p:nvPr>
        </p:nvSpPr>
        <p:spPr>
          <a:xfrm>
            <a:off x="205740" y="194945"/>
            <a:ext cx="7981315" cy="541655"/>
          </a:xfrm>
          <a:prstGeom prst="rect">
            <a:avLst/>
          </a:prstGeom>
        </p:spPr>
        <p:txBody>
          <a:bodyPr vert="horz" lIns="91440" tIns="45720" rIns="91440" bIns="45720" anchor="ctr">
            <a:normAutofit/>
          </a:bodyPr>
          <a:p>
            <a:pPr algn="l">
              <a:lnSpc>
                <a:spcPct val="100000"/>
              </a:lnSpc>
              <a:spcBef>
                <a:spcPct val="0"/>
              </a:spcBef>
              <a:buNone/>
            </a:pPr>
          </a:p>
        </p:txBody>
      </p:sp>
      <p:sp>
        <p:nvSpPr>
          <p:cNvPr id="3" name="AutoShape 3"/>
          <p:cNvSpPr/>
          <p:nvPr>
            <p:ph type="body" sz="half" idx="2"/>
          </p:nvPr>
        </p:nvSpPr>
        <p:spPr>
          <a:xfrm>
            <a:off x="0" y="803910"/>
            <a:ext cx="12022667" cy="770255"/>
          </a:xfrm>
          <a:noFill/>
          <a:ln>
            <a:noFill/>
          </a:ln>
        </p:spPr>
        <p:txBody>
          <a:bodyPr vert="horz" wrap="square" lIns="144000" tIns="36000" rIns="144000" bIns="72000" anchor="t">
            <a:noAutofit/>
          </a:bodyPr>
          <a:p>
            <a:pPr marL="342900" marR="0" indent="-342900" algn="just" rtl="0" fontAlgn="auto">
              <a:lnSpc>
                <a:spcPct val="150000"/>
              </a:lnSpc>
              <a:spcBef>
                <a:spcPct val="0"/>
              </a:spcBef>
              <a:spcAft>
                <a:spcPct val="0"/>
              </a:spcAft>
              <a:buFont typeface="Wingdings" panose="05000000000000000000"/>
              <a:buChar char="u"/>
            </a:pPr>
            <a:r>
              <a:rPr lang="en-US" sz="1600">
                <a:solidFill>
                  <a:schemeClr val="tx1"/>
                </a:solidFill>
                <a:latin typeface="微软雅黑" panose="020B0503020204020204" charset="-122"/>
                <a:ea typeface="微软雅黑" panose="020B0503020204020204" charset="-122"/>
              </a:rPr>
              <a:t>单击此处编辑母版文本样式</a:t>
            </a:r>
            <a:endParaRPr lang="en-US" sz="1600">
              <a:solidFill>
                <a:schemeClr val="tx1"/>
              </a:solidFill>
              <a:latin typeface="微软雅黑" panose="020B0503020204020204" charset="-122"/>
              <a:ea typeface="微软雅黑" panose="020B0503020204020204" charset="-122"/>
            </a:endParaRPr>
          </a:p>
        </p:txBody>
      </p:sp>
      <p:sp>
        <p:nvSpPr>
          <p:cNvPr id="4" name="AutoShape 4"/>
          <p:cNvSpPr/>
          <p:nvPr>
            <p:ph type="sldNum" sz="quarter" idx="12"/>
          </p:nvPr>
        </p:nvSpPr>
        <p:spPr>
          <a:xfrm>
            <a:off x="9436735" y="6442075"/>
            <a:ext cx="2743200" cy="365125"/>
          </a:xfrm>
          <a:prstGeom prst="rect">
            <a:avLst/>
          </a:prstGeom>
        </p:spPr>
        <p:txBody>
          <a:bodyPr vert="horz" lIns="91440" tIns="45720" rIns="91440" bIns="45720" anchor="b"/>
          <a:p>
            <a:pPr marL="0" algn="r">
              <a:buNone/>
            </a:pPr>
            <a:fld id="{3386411A-70EE-422D-B97C-F56BEE3FF077}" type="slidenum">
              <a:rPr lang="zh-CN" altLang="en-US" sz="1400">
                <a:solidFill>
                  <a:schemeClr val="tx1">
                    <a:lumMod val="50000"/>
                    <a:lumOff val="50000"/>
                  </a:schemeClr>
                </a:solidFill>
                <a:latin typeface="微软雅黑" panose="020B0503020204020204" charset="-122"/>
                <a:ea typeface="微软雅黑" panose="020B0503020204020204" charset="-122"/>
              </a:rPr>
            </a:fld>
            <a:endParaRPr lang="zh-CN" altLang="en-US" sz="1400">
              <a:solidFill>
                <a:schemeClr val="tx1">
                  <a:lumMod val="50000"/>
                  <a:lumOff val="50000"/>
                </a:schemeClr>
              </a:solidFill>
              <a:latin typeface="微软雅黑" panose="020B0503020204020204" charset="-122"/>
              <a:ea typeface="微软雅黑" panose="020B0503020204020204" charset="-122"/>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2_标题和内容">
    <p:bg>
      <p:bgPr>
        <a:solidFill>
          <a:srgbClr val="FFFFFF"/>
        </a:solidFill>
        <a:effectLst/>
      </p:bgPr>
    </p:bg>
    <p:spTree>
      <p:nvGrpSpPr>
        <p:cNvPr id="1" name=""/>
        <p:cNvGrpSpPr/>
        <p:nvPr/>
      </p:nvGrpSpPr>
      <p:grpSpPr>
        <a:xfrm>
          <a:off x="0" y="0"/>
          <a:ext cx="0" cy="0"/>
          <a:chOff x="0" y="0"/>
          <a:chExt cx="0" cy="0"/>
        </a:xfrm>
      </p:grpSpPr>
      <p:sp>
        <p:nvSpPr>
          <p:cNvPr id="2" name="AutoShape 2"/>
          <p:cNvSpPr/>
          <p:nvPr>
            <p:ph type="sldNum" sz="quarter" idx="12"/>
          </p:nvPr>
        </p:nvSpPr>
        <p:spPr>
          <a:xfrm>
            <a:off x="9436735" y="6442075"/>
            <a:ext cx="2743200" cy="365125"/>
          </a:xfrm>
          <a:prstGeom prst="rect">
            <a:avLst/>
          </a:prstGeom>
        </p:spPr>
        <p:txBody>
          <a:bodyPr vert="horz" lIns="91440" tIns="45720" rIns="91440" bIns="45720" anchor="b"/>
          <a:p>
            <a:pPr marL="0" algn="r">
              <a:buNone/>
            </a:pPr>
            <a:fld id="{3386411A-70EE-422D-B97C-F56BEE3FF077}" type="slidenum">
              <a:rPr lang="zh-CN" altLang="en-US" sz="1400">
                <a:solidFill>
                  <a:schemeClr val="tx1">
                    <a:lumMod val="50000"/>
                    <a:lumOff val="50000"/>
                  </a:schemeClr>
                </a:solidFill>
                <a:latin typeface="微软雅黑" panose="020B0503020204020204" charset="-122"/>
                <a:ea typeface="微软雅黑" panose="020B0503020204020204" charset="-122"/>
              </a:rPr>
            </a:fld>
            <a:endParaRPr lang="zh-CN" altLang="en-US" sz="1400">
              <a:solidFill>
                <a:schemeClr val="tx1">
                  <a:lumMod val="50000"/>
                  <a:lumOff val="50000"/>
                </a:schemeClr>
              </a:solidFill>
              <a:latin typeface="微软雅黑" panose="020B0503020204020204" charset="-122"/>
              <a:ea typeface="微软雅黑" panose="020B0503020204020204" charset="-122"/>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标题幻灯片">
    <p:bg>
      <p:bgPr>
        <a:solidFill>
          <a:srgbClr val="FFFFFF"/>
        </a:solidFill>
        <a:effectLst/>
      </p:bgPr>
    </p:bg>
    <p:spTree>
      <p:nvGrpSpPr>
        <p:cNvPr id="1" name=""/>
        <p:cNvGrpSpPr/>
        <p:nvPr/>
      </p:nvGrpSpPr>
      <p:grpSpPr>
        <a:xfrm>
          <a:off x="0" y="0"/>
          <a:ext cx="0" cy="0"/>
          <a:chOff x="0" y="0"/>
          <a:chExt cx="0" cy="0"/>
        </a:xfrm>
      </p:grpSpPr>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picTx" preserve="1">
  <p:cSld name="图片与标题">
    <p:bg>
      <p:bgPr>
        <a:solidFill>
          <a:srgbClr val="FFFFFF"/>
        </a:solidFill>
        <a:effectLst/>
      </p:bgPr>
    </p:bg>
    <p:spTree>
      <p:nvGrpSpPr>
        <p:cNvPr id="1" name=""/>
        <p:cNvGrpSpPr/>
        <p:nvPr/>
      </p:nvGrpSpPr>
      <p:grpSpPr>
        <a:xfrm>
          <a:off x="0" y="0"/>
          <a:ext cx="0" cy="0"/>
          <a:chOff x="0" y="0"/>
          <a:chExt cx="0" cy="0"/>
        </a:xfrm>
      </p:grpSpPr>
      <p:sp>
        <p:nvSpPr>
          <p:cNvPr id="2" name="AutoShape 2"/>
          <p:cNvSpPr/>
          <p:nvPr>
            <p:ph type="sldNum" sz="quarter" idx="11"/>
          </p:nvPr>
        </p:nvSpPr>
        <p:spPr>
          <a:xfrm>
            <a:off x="9448800" y="6510480"/>
            <a:ext cx="2743200" cy="365208"/>
          </a:xfrm>
        </p:spPr>
        <p:txBody>
          <a:bodyPr vert="horz" lIns="91440" tIns="45720" rIns="91440" bIns="45720" anchor="t"/>
          <a:p>
            <a:pPr marL="0" algn="l">
              <a:buNone/>
            </a:pPr>
            <a:fld id="{3386411A-70EE-422D-B97C-F56BEE3FF077}" type="slidenum">
              <a:rPr lang="en-US" sz="1400">
                <a:solidFill>
                  <a:schemeClr val="bg1">
                    <a:lumMod val="50000"/>
                  </a:schemeClr>
                </a:solidFill>
                <a:latin typeface="Times New Roman" panose="02020603050405020304"/>
                <a:ea typeface="Times New Roman" panose="02020603050405020304"/>
              </a:rPr>
            </a:fld>
            <a:endParaRPr lang="en-US" sz="1400">
              <a:solidFill>
                <a:schemeClr val="bg1">
                  <a:lumMod val="50000"/>
                </a:schemeClr>
              </a:solidFill>
              <a:latin typeface="Times New Roman" panose="02020603050405020304"/>
              <a:ea typeface="Times New Roman" panose="02020603050405020304"/>
            </a:endParaRPr>
          </a:p>
        </p:txBody>
      </p:sp>
      <p:cxnSp>
        <p:nvCxnSpPr>
          <p:cNvPr id="3" name="Connector 3"/>
          <p:cNvCxnSpPr/>
          <p:nvPr/>
        </p:nvCxnSpPr>
        <p:spPr>
          <a:xfrm>
            <a:off x="-70" y="780846"/>
            <a:ext cx="12237156" cy="0"/>
          </a:xfrm>
          <a:prstGeom prst="line">
            <a:avLst/>
          </a:prstGeom>
          <a:ln w="28575">
            <a:solidFill>
              <a:srgbClr val="003679"/>
            </a:solidFill>
          </a:ln>
        </p:spPr>
      </p:cxn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自定义版式">
    <p:bg>
      <p:bgPr>
        <a:solidFill>
          <a:srgbClr val="FFFFFF"/>
        </a:solidFill>
        <a:effectLst/>
      </p:bgPr>
    </p:bg>
    <p:spTree>
      <p:nvGrpSpPr>
        <p:cNvPr id="1" name=""/>
        <p:cNvGrpSpPr/>
        <p:nvPr/>
      </p:nvGrpSpPr>
      <p:grpSpPr>
        <a:xfrm>
          <a:off x="0" y="0"/>
          <a:ext cx="0" cy="0"/>
          <a:chOff x="0" y="0"/>
          <a:chExt cx="0" cy="0"/>
        </a:xfrm>
      </p:grpSpPr>
      <p:sp>
        <p:nvSpPr>
          <p:cNvPr id="2" name="AutoShape 2"/>
          <p:cNvSpPr/>
          <p:nvPr>
            <p:ph type="sldNum" sz="quarter" idx="11"/>
          </p:nvPr>
        </p:nvSpPr>
        <p:spPr>
          <a:xfrm>
            <a:off x="9448800" y="6510480"/>
            <a:ext cx="2743200" cy="365208"/>
          </a:xfrm>
        </p:spPr>
        <p:txBody>
          <a:bodyPr vert="horz" lIns="91440" tIns="45720" rIns="91440" bIns="45720" anchor="t"/>
          <a:p>
            <a:pPr marL="0" algn="l">
              <a:buNone/>
            </a:pPr>
            <a:fld id="{3386411A-70EE-422D-B97C-F56BEE3FF077}" type="slidenum">
              <a:rPr lang="en-US" sz="1400">
                <a:solidFill>
                  <a:schemeClr val="bg1">
                    <a:lumMod val="50000"/>
                  </a:schemeClr>
                </a:solidFill>
                <a:latin typeface="Times New Roman" panose="02020603050405020304"/>
                <a:ea typeface="Times New Roman" panose="02020603050405020304"/>
              </a:rPr>
            </a:fld>
            <a:endParaRPr lang="en-US" sz="1400">
              <a:solidFill>
                <a:schemeClr val="bg1">
                  <a:lumMod val="50000"/>
                </a:schemeClr>
              </a:solidFill>
              <a:latin typeface="Times New Roman" panose="02020603050405020304"/>
              <a:ea typeface="Times New Roman" panose="02020603050405020304"/>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空白">
    <p:bg>
      <p:bgPr>
        <a:solidFill>
          <a:srgbClr val="FFFFFF"/>
        </a:solidFill>
        <a:effectLst/>
      </p:bgPr>
    </p:bg>
    <p:spTree>
      <p:nvGrpSpPr>
        <p:cNvPr id="1" name=""/>
        <p:cNvGrpSpPr/>
        <p:nvPr/>
      </p:nvGrpSpPr>
      <p:grpSpPr>
        <a:xfrm>
          <a:off x="0" y="0"/>
          <a:ext cx="0" cy="0"/>
          <a:chOff x="0" y="0"/>
          <a:chExt cx="0" cy="0"/>
        </a:xfrm>
      </p:grpSpPr>
      <p:sp>
        <p:nvSpPr>
          <p:cNvPr id="2" name="AutoShape 2"/>
          <p:cNvSpPr/>
          <p:nvPr/>
        </p:nvSpPr>
        <p:spPr>
          <a:xfrm>
            <a:off x="0" y="0"/>
            <a:ext cx="12192000" cy="6858000"/>
          </a:xfrm>
          <a:prstGeom prst="rect">
            <a:avLst/>
          </a:prstGeom>
          <a:gradFill>
            <a:gsLst>
              <a:gs pos="0">
                <a:schemeClr val="bg1">
                  <a:alpha val="49000"/>
                </a:schemeClr>
              </a:gs>
              <a:gs pos="100000">
                <a:srgbClr val="D2EDF6"/>
              </a:gs>
            </a:gsLst>
            <a:lin ang="2700000"/>
          </a:gradFill>
          <a:ln>
            <a:noFill/>
          </a:ln>
        </p:spPr>
        <p:txBody>
          <a:bodyPr vert="horz" lIns="91440" tIns="45720" rIns="91440" bIns="45720" anchor="ctr"/>
          <a:p>
            <a:pPr marL="0" algn="ctr"/>
          </a:p>
        </p:txBody>
      </p:sp>
      <p:sp>
        <p:nvSpPr>
          <p:cNvPr id="3" name="AutoShape 3"/>
          <p:cNvSpPr/>
          <p:nvPr>
            <p:ph type="dt" sz="half" idx="10"/>
          </p:nvPr>
        </p:nvSpPr>
        <p:spPr>
          <a:xfrm>
            <a:off x="609600" y="6245225"/>
            <a:ext cx="2844800" cy="476251"/>
          </a:xfrm>
        </p:spPr>
        <p:txBody>
          <a:bodyPr vert="horz" lIns="91440" tIns="45720" rIns="91440" bIns="45720" anchor="t"/>
          <a:p>
            <a:pPr marL="0" algn="l">
              <a:buNone/>
            </a:pPr>
            <a:endParaRPr lang="zh-CN" altLang="en-US" sz="1800">
              <a:solidFill>
                <a:schemeClr val="tx1"/>
              </a:solidFill>
              <a:latin typeface="Arial" panose="020B0604020202020204"/>
              <a:ea typeface="Arial" panose="020B0604020202020204"/>
            </a:endParaRPr>
          </a:p>
        </p:txBody>
      </p:sp>
      <p:sp>
        <p:nvSpPr>
          <p:cNvPr id="4" name="AutoShape 4"/>
          <p:cNvSpPr/>
          <p:nvPr>
            <p:ph type="ftr" sz="quarter" idx="11"/>
          </p:nvPr>
        </p:nvSpPr>
        <p:spPr>
          <a:xfrm>
            <a:off x="4165600" y="6245225"/>
            <a:ext cx="3860800" cy="476251"/>
          </a:xfrm>
        </p:spPr>
        <p:txBody>
          <a:bodyPr vert="horz" lIns="91440" tIns="45720" rIns="91440" bIns="45720" anchor="t"/>
          <a:p>
            <a:pPr marL="0" algn="l">
              <a:buNone/>
            </a:pPr>
          </a:p>
        </p:txBody>
      </p:sp>
      <p:sp>
        <p:nvSpPr>
          <p:cNvPr id="5" name="AutoShape 5"/>
          <p:cNvSpPr/>
          <p:nvPr>
            <p:ph type="sldNum" sz="quarter" idx="12"/>
          </p:nvPr>
        </p:nvSpPr>
        <p:spPr>
          <a:xfrm>
            <a:off x="8737600" y="6245225"/>
            <a:ext cx="2844800" cy="476251"/>
          </a:xfrm>
        </p:spPr>
        <p:txBody>
          <a:bodyPr vert="horz" lIns="91440" tIns="45720" rIns="91440" bIns="45720" anchor="t"/>
          <a:p>
            <a:pPr marL="0" algn="l">
              <a:buNone/>
            </a:pPr>
            <a:fld id="{3386411A-70EE-422D-B97C-F56BEE3FF077}" type="slidenum">
              <a:rPr lang="zh-CN" altLang="en-US" sz="1800">
                <a:solidFill>
                  <a:schemeClr val="tx1"/>
                </a:solidFill>
                <a:latin typeface="Arial" panose="020B0604020202020204"/>
                <a:ea typeface="Arial" panose="020B0604020202020204"/>
              </a:rPr>
            </a:fld>
            <a:endParaRPr lang="zh-CN" altLang="en-US" sz="1800">
              <a:solidFill>
                <a:schemeClr val="tx1"/>
              </a:solidFill>
              <a:latin typeface="Arial" panose="020B0604020202020204"/>
              <a:ea typeface="Arial" panose="020B0604020202020204"/>
            </a:endParaRPr>
          </a:p>
        </p:txBody>
      </p:sp>
      <p:grpSp>
        <p:nvGrpSpPr>
          <p:cNvPr id="6" name="Group 6"/>
          <p:cNvGrpSpPr/>
          <p:nvPr/>
        </p:nvGrpSpPr>
        <p:grpSpPr>
          <a:xfrm>
            <a:off x="191344" y="3861048"/>
            <a:ext cx="3517057" cy="3398875"/>
            <a:chOff x="775793" y="5723420"/>
            <a:chExt cx="1440905" cy="1392487"/>
          </a:xfrm>
        </p:grpSpPr>
        <p:pic>
          <p:nvPicPr>
            <p:cNvPr id="7" name="image1.png"/>
            <p:cNvPicPr>
              <a:picLocks noChangeAspect="1"/>
            </p:cNvPicPr>
            <p:nvPr/>
          </p:nvPicPr>
          <p:blipFill rotWithShape="1">
            <a:blip r:embed="rId2"/>
            <a:srcRect l="12201" t="8432" r="69950" b="73011"/>
            <a:stretch>
              <a:fillRect/>
            </a:stretch>
          </p:blipFill>
          <p:spPr>
            <a:xfrm>
              <a:off x="775793" y="5723420"/>
              <a:ext cx="946892" cy="1392487"/>
            </a:xfrm>
            <a:prstGeom prst="rect">
              <a:avLst/>
            </a:prstGeom>
          </p:spPr>
        </p:pic>
        <p:pic>
          <p:nvPicPr>
            <p:cNvPr id="8" name="image1.png"/>
            <p:cNvPicPr>
              <a:picLocks noChangeAspect="1"/>
            </p:cNvPicPr>
            <p:nvPr/>
          </p:nvPicPr>
          <p:blipFill rotWithShape="1">
            <a:blip r:embed="rId2"/>
            <a:srcRect l="12201" t="8432" r="69950" b="73011"/>
            <a:stretch>
              <a:fillRect/>
            </a:stretch>
          </p:blipFill>
          <p:spPr>
            <a:xfrm>
              <a:off x="1544755" y="6079153"/>
              <a:ext cx="671943" cy="988150"/>
            </a:xfrm>
            <a:prstGeom prst="rect">
              <a:avLst/>
            </a:prstGeom>
          </p:spPr>
        </p:pic>
      </p:grpSp>
      <p:grpSp>
        <p:nvGrpSpPr>
          <p:cNvPr id="9" name="Group 9"/>
          <p:cNvGrpSpPr/>
          <p:nvPr/>
        </p:nvGrpSpPr>
        <p:grpSpPr>
          <a:xfrm>
            <a:off x="2763520" y="778483"/>
            <a:ext cx="9039225" cy="0"/>
            <a:chOff x="3824" y="1242"/>
            <a:chExt cx="14235" cy="0"/>
          </a:xfrm>
        </p:grpSpPr>
        <p:cxnSp>
          <p:nvCxnSpPr>
            <p:cNvPr id="10" name="Connector 10"/>
            <p:cNvCxnSpPr/>
            <p:nvPr/>
          </p:nvCxnSpPr>
          <p:spPr>
            <a:xfrm flipH="1">
              <a:off x="16242" y="1242"/>
              <a:ext cx="1817" cy="0"/>
            </a:xfrm>
            <a:prstGeom prst="line">
              <a:avLst/>
            </a:prstGeom>
            <a:ln w="38100" cap="rnd">
              <a:solidFill>
                <a:srgbClr val="29B5F0"/>
              </a:solidFill>
            </a:ln>
          </p:spPr>
        </p:cxnSp>
        <p:cxnSp>
          <p:nvCxnSpPr>
            <p:cNvPr id="11" name="Connector 11"/>
            <p:cNvCxnSpPr/>
            <p:nvPr/>
          </p:nvCxnSpPr>
          <p:spPr>
            <a:xfrm flipH="1">
              <a:off x="3824" y="1242"/>
              <a:ext cx="14167" cy="0"/>
            </a:xfrm>
            <a:prstGeom prst="line">
              <a:avLst/>
            </a:prstGeom>
            <a:ln w="15240" cap="rnd">
              <a:gradFill>
                <a:gsLst>
                  <a:gs pos="0">
                    <a:schemeClr val="accent2">
                      <a:lumMod val="60000"/>
                      <a:lumOff val="40000"/>
                    </a:schemeClr>
                  </a:gs>
                  <a:gs pos="100000">
                    <a:schemeClr val="accent1">
                      <a:lumMod val="5000"/>
                      <a:lumOff val="95000"/>
                    </a:schemeClr>
                  </a:gs>
                </a:gsLst>
              </a:gradFill>
            </a:ln>
          </p:spPr>
        </p:cxnSp>
      </p:grpSp>
      <p:sp>
        <p:nvSpPr>
          <p:cNvPr id="12" name="AutoShape 12"/>
          <p:cNvSpPr/>
          <p:nvPr/>
        </p:nvSpPr>
        <p:spPr>
          <a:xfrm>
            <a:off x="534035" y="718185"/>
            <a:ext cx="2985771" cy="161291"/>
          </a:xfrm>
          <a:prstGeom prst="parallelogram">
            <a:avLst>
              <a:gd name="adj" fmla="val 38188"/>
            </a:avLst>
          </a:prstGeom>
          <a:gradFill>
            <a:gsLst>
              <a:gs pos="23000">
                <a:srgbClr val="B6DFF6">
                  <a:alpha val="0"/>
                </a:srgbClr>
              </a:gs>
              <a:gs pos="100000">
                <a:srgbClr val="29B5F0">
                  <a:alpha val="24000"/>
                </a:srgbClr>
              </a:gs>
            </a:gsLst>
            <a:lin ang="10800000"/>
          </a:gradFill>
          <a:ln>
            <a:noFill/>
          </a:ln>
        </p:spPr>
        <p:txBody>
          <a:bodyPr vert="horz" lIns="91440" tIns="45720" rIns="91440" bIns="45720" anchor="ctr"/>
          <a:p>
            <a:pPr marL="0" algn="ctr"/>
          </a:p>
        </p:txBody>
      </p:sp>
    </p:spTree>
  </p:cSld>
  <p:clrMapOvr>
    <a:masterClrMapping/>
  </p:clrMapOvr>
  <p:transition/>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4_Custom Layout">
    <p:bg>
      <p:bgPr>
        <a:solidFill>
          <a:srgbClr val="FFFFFF"/>
        </a:solidFill>
        <a:effectLst/>
      </p:bgPr>
    </p:bg>
    <p:spTree>
      <p:nvGrpSpPr>
        <p:cNvPr id="1" name=""/>
        <p:cNvGrpSpPr/>
        <p:nvPr/>
      </p:nvGrpSpPr>
      <p:grpSpPr>
        <a:xfrm>
          <a:off x="0" y="0"/>
          <a:ext cx="0" cy="0"/>
          <a:chOff x="0" y="0"/>
          <a:chExt cx="0" cy="0"/>
        </a:xfrm>
      </p:grpSpPr>
      <p:sp>
        <p:nvSpPr>
          <p:cNvPr id="2" name="TextBox 2"/>
          <p:cNvSpPr txBox="1"/>
          <p:nvPr/>
        </p:nvSpPr>
        <p:spPr>
          <a:xfrm>
            <a:off x="260773" y="6401923"/>
            <a:ext cx="4292600" cy="275590"/>
          </a:xfrm>
          <a:prstGeom prst="rect">
            <a:avLst/>
          </a:prstGeom>
          <a:noFill/>
          <a:ln>
            <a:noFill/>
          </a:ln>
        </p:spPr>
        <p:txBody>
          <a:bodyPr vert="horz" wrap="square" lIns="91440" tIns="45720" rIns="91440" bIns="45720" rtlCol="0" anchor="t">
            <a:spAutoFit/>
          </a:bodyPr>
          <a:lstStyle/>
          <a:p>
            <a:pPr marL="0" algn="l">
              <a:defRPr/>
            </a:pPr>
            <a:r>
              <a:rPr lang="en-US" sz="1200">
                <a:solidFill>
                  <a:schemeClr val="bg1">
                    <a:lumMod val="75000"/>
                  </a:schemeClr>
                </a:solidFill>
                <a:effectLst/>
                <a:latin typeface="Times New Roman" panose="02020603050405020304"/>
                <a:ea typeface="Times New Roman" panose="02020603050405020304"/>
              </a:rPr>
              <a:t>©Digital Grid Research Institute, CSG 2026. All Rights Reserved</a:t>
            </a:r>
            <a:endParaRPr lang="en-US" sz="1100"/>
          </a:p>
        </p:txBody>
      </p:sp>
      <p:pic>
        <p:nvPicPr>
          <p:cNvPr id="3" name="image2.png"/>
          <p:cNvPicPr>
            <a:picLocks noChangeAspect="1"/>
          </p:cNvPicPr>
          <p:nvPr/>
        </p:nvPicPr>
        <p:blipFill>
          <a:blip r:embed="rId2"/>
          <a:stretch>
            <a:fillRect/>
          </a:stretch>
        </p:blipFill>
        <p:spPr>
          <a:xfrm>
            <a:off x="-7620" y="847"/>
            <a:ext cx="12208933" cy="678180"/>
          </a:xfrm>
          <a:prstGeom prst="rect">
            <a:avLst/>
          </a:prstGeom>
        </p:spPr>
      </p:pic>
      <p:pic>
        <p:nvPicPr>
          <p:cNvPr id="4" name="image3.png"/>
          <p:cNvPicPr>
            <a:picLocks noChangeAspect="1"/>
          </p:cNvPicPr>
          <p:nvPr/>
        </p:nvPicPr>
        <p:blipFill>
          <a:blip r:embed="rId3"/>
          <a:srcRect r="33545" b="43141"/>
          <a:stretch>
            <a:fillRect/>
          </a:stretch>
        </p:blipFill>
        <p:spPr>
          <a:xfrm>
            <a:off x="9701530" y="15875"/>
            <a:ext cx="2467610" cy="545465"/>
          </a:xfrm>
          <a:prstGeom prst="rect">
            <a:avLst/>
          </a:prstGeom>
        </p:spPr>
      </p:pic>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title" preserve="1">
  <p:cSld name="2_标题幻灯片">
    <p:bg>
      <p:bgPr>
        <a:solidFill>
          <a:srgbClr val="FFFFFF"/>
        </a:solidFill>
        <a:effectLst/>
      </p:bgPr>
    </p:bg>
    <p:spTree>
      <p:nvGrpSpPr>
        <p:cNvPr id="1" name=""/>
        <p:cNvGrpSpPr/>
        <p:nvPr/>
      </p:nvGrpSpPr>
      <p:grpSpPr>
        <a:xfrm>
          <a:off x="0" y="0"/>
          <a:ext cx="0" cy="0"/>
          <a:chOff x="0" y="0"/>
          <a:chExt cx="0" cy="0"/>
        </a:xfrm>
      </p:grpSpPr>
      <p:sp>
        <p:nvSpPr>
          <p:cNvPr id="2" name="AutoShape 2"/>
          <p:cNvSpPr/>
          <p:nvPr>
            <p:ph type="ctrTitle"/>
          </p:nvPr>
        </p:nvSpPr>
        <p:spPr>
          <a:xfrm>
            <a:off x="1524000" y="1122363"/>
            <a:ext cx="9144000" cy="2387600"/>
          </a:xfrm>
        </p:spPr>
        <p:txBody>
          <a:bodyPr vert="horz" lIns="91440" tIns="45720" rIns="91440" bIns="45720" anchor="b"/>
          <a:p>
            <a:pPr algn="ctr">
              <a:lnSpc>
                <a:spcPct val="90000"/>
              </a:lnSpc>
              <a:spcBef>
                <a:spcPct val="0"/>
              </a:spcBef>
              <a:buNone/>
            </a:pPr>
            <a:r>
              <a:rPr lang="zh-CN" altLang="en-US" sz="6000">
                <a:solidFill>
                  <a:schemeClr val="tx1"/>
                </a:solidFill>
                <a:latin typeface="微软雅黑" panose="020B0503020204020204" charset="-122"/>
                <a:ea typeface="微软雅黑" panose="020B0503020204020204" charset="-122"/>
              </a:rPr>
              <a:t>单击此处编辑母版标题样式</a:t>
            </a:r>
            <a:endParaRPr lang="zh-CN" altLang="en-US" sz="6000">
              <a:solidFill>
                <a:schemeClr val="tx1"/>
              </a:solidFill>
              <a:latin typeface="微软雅黑" panose="020B0503020204020204" charset="-122"/>
              <a:ea typeface="微软雅黑" panose="020B0503020204020204" charset="-122"/>
            </a:endParaRPr>
          </a:p>
        </p:txBody>
      </p:sp>
      <p:sp>
        <p:nvSpPr>
          <p:cNvPr id="3" name="AutoShape 3"/>
          <p:cNvSpPr/>
          <p:nvPr>
            <p:ph type="subTitle" idx="1"/>
          </p:nvPr>
        </p:nvSpPr>
        <p:spPr>
          <a:xfrm>
            <a:off x="1524000" y="3602038"/>
            <a:ext cx="9144000" cy="1655762"/>
          </a:xfrm>
        </p:spPr>
        <p:txBody>
          <a:bodyPr vert="horz" lIns="91440" tIns="45720" rIns="91440" bIns="45720" anchor="t"/>
          <a:p>
            <a:pPr marL="0" indent="0" algn="ctr">
              <a:lnSpc>
                <a:spcPct val="90000"/>
              </a:lnSpc>
              <a:spcBef>
                <a:spcPts val="1000"/>
              </a:spcBef>
              <a:buNone/>
            </a:pPr>
            <a:r>
              <a:rPr lang="zh-CN" altLang="en-US" sz="2400">
                <a:solidFill>
                  <a:schemeClr val="tx1"/>
                </a:solidFill>
                <a:latin typeface="微软雅黑" panose="020B0503020204020204" charset="-122"/>
                <a:ea typeface="微软雅黑" panose="020B0503020204020204" charset="-122"/>
              </a:rPr>
              <a:t>单击此处编辑母版副标题样式</a:t>
            </a:r>
            <a:endParaRPr lang="zh-CN" altLang="en-US" sz="2400">
              <a:solidFill>
                <a:schemeClr val="tx1"/>
              </a:solidFill>
              <a:latin typeface="微软雅黑" panose="020B0503020204020204" charset="-122"/>
              <a:ea typeface="微软雅黑" panose="020B0503020204020204" charset="-122"/>
            </a:endParaRPr>
          </a:p>
        </p:txBody>
      </p:sp>
      <p:sp>
        <p:nvSpPr>
          <p:cNvPr id="4" name="AutoShape 4"/>
          <p:cNvSpPr/>
          <p:nvPr>
            <p:ph type="dt" sz="half" idx="10"/>
          </p:nvPr>
        </p:nvSpPr>
        <p:spPr>
          <a:xfrm>
            <a:off x="0" y="0"/>
            <a:ext cx="0" cy="0"/>
          </a:xfrm>
        </p:spPr>
        <p:txBody>
          <a:bodyPr vert="horz" lIns="91440" tIns="45720" rIns="91440" bIns="45720" anchor="t"/>
          <a:p>
            <a:pPr marL="0" algn="l">
              <a:buNone/>
            </a:pPr>
            <a:endParaRPr lang="zh-CN" altLang="en-US" sz="1800">
              <a:solidFill>
                <a:schemeClr val="tx1"/>
              </a:solidFill>
              <a:latin typeface="微软雅黑" panose="020B0503020204020204" charset="-122"/>
              <a:ea typeface="微软雅黑" panose="020B0503020204020204" charset="-122"/>
            </a:endParaRPr>
          </a:p>
        </p:txBody>
      </p:sp>
      <p:sp>
        <p:nvSpPr>
          <p:cNvPr id="5" name="AutoShape 5"/>
          <p:cNvSpPr/>
          <p:nvPr>
            <p:ph type="ftr" sz="quarter" idx="11"/>
          </p:nvPr>
        </p:nvSpPr>
        <p:spPr>
          <a:xfrm>
            <a:off x="0" y="0"/>
            <a:ext cx="0" cy="0"/>
          </a:xfrm>
        </p:spPr>
        <p:txBody>
          <a:bodyPr vert="horz" lIns="91440" tIns="45720" rIns="91440" bIns="45720" anchor="t"/>
          <a:p>
            <a:pPr marL="0" algn="l">
              <a:buNone/>
            </a:pPr>
          </a:p>
        </p:txBody>
      </p:sp>
      <p:sp>
        <p:nvSpPr>
          <p:cNvPr id="6" name="AutoShape 6"/>
          <p:cNvSpPr/>
          <p:nvPr>
            <p:ph type="sldNum" sz="quarter" idx="12"/>
          </p:nvPr>
        </p:nvSpPr>
        <p:spPr>
          <a:xfrm>
            <a:off x="0" y="0"/>
            <a:ext cx="0" cy="0"/>
          </a:xfrm>
        </p:spPr>
        <p:txBody>
          <a:bodyPr vert="horz" lIns="91440" tIns="45720" rIns="91440" bIns="45720" anchor="t"/>
          <a:p>
            <a:pPr marL="0" algn="l">
              <a:buNone/>
            </a:pPr>
            <a:fld id="{3386411A-70EE-422D-B97C-F56BEE3FF077}" type="slidenum">
              <a:rPr lang="zh-CN" altLang="en-US" sz="1800">
                <a:solidFill>
                  <a:schemeClr val="tx1"/>
                </a:solidFill>
                <a:latin typeface="微软雅黑" panose="020B0503020204020204" charset="-122"/>
                <a:ea typeface="微软雅黑" panose="020B0503020204020204" charset="-122"/>
              </a:rPr>
            </a:fld>
            <a:endParaRPr lang="zh-CN" altLang="en-US" sz="1800">
              <a:solidFill>
                <a:schemeClr val="tx1"/>
              </a:solidFill>
              <a:latin typeface="微软雅黑" panose="020B0503020204020204" charset="-122"/>
              <a:ea typeface="微软雅黑" panose="020B0503020204020204" charset="-122"/>
            </a:endParaRPr>
          </a:p>
        </p:txBody>
      </p:sp>
      <p:pic>
        <p:nvPicPr>
          <p:cNvPr id="7" name="image4.jpeg"/>
          <p:cNvPicPr>
            <a:picLocks noChangeAspect="1"/>
          </p:cNvPicPr>
          <p:nvPr/>
        </p:nvPicPr>
        <p:blipFill rotWithShape="1">
          <a:blip r:embed="rId2"/>
          <a:srcRect/>
          <a:stretch>
            <a:fillRect/>
          </a:stretch>
        </p:blipFill>
        <p:spPr>
          <a:xfrm flipH="1">
            <a:off x="5689600" y="0"/>
            <a:ext cx="6502400" cy="6858000"/>
          </a:xfrm>
          <a:custGeom>
            <a:avLst/>
            <a:gdLst/>
            <a:ahLst/>
            <a:cxnLst/>
            <a:pathLst>
              <a:path w="6502400" h="6858000">
                <a:moveTo>
                  <a:pt x="4875709" y="0"/>
                </a:moveTo>
                <a:lnTo>
                  <a:pt x="0" y="0"/>
                </a:lnTo>
                <a:lnTo>
                  <a:pt x="0" y="6858000"/>
                </a:lnTo>
                <a:lnTo>
                  <a:pt x="6502400" y="6858000"/>
                </a:lnTo>
                <a:lnTo>
                  <a:pt x="6467874" y="6834981"/>
                </a:lnTo>
                <a:lnTo>
                  <a:pt x="6432951" y="6811566"/>
                </a:lnTo>
                <a:lnTo>
                  <a:pt x="6398425" y="6787356"/>
                </a:lnTo>
                <a:lnTo>
                  <a:pt x="6363899" y="6763147"/>
                </a:lnTo>
                <a:lnTo>
                  <a:pt x="6329373" y="6738144"/>
                </a:lnTo>
                <a:lnTo>
                  <a:pt x="6294847" y="6713141"/>
                </a:lnTo>
                <a:lnTo>
                  <a:pt x="6260718" y="6687741"/>
                </a:lnTo>
                <a:lnTo>
                  <a:pt x="6226986" y="6661150"/>
                </a:lnTo>
                <a:lnTo>
                  <a:pt x="6192857" y="6633766"/>
                </a:lnTo>
                <a:lnTo>
                  <a:pt x="6158727" y="6606381"/>
                </a:lnTo>
                <a:lnTo>
                  <a:pt x="6125392" y="6578203"/>
                </a:lnTo>
                <a:lnTo>
                  <a:pt x="6092057" y="6548835"/>
                </a:lnTo>
                <a:lnTo>
                  <a:pt x="6058324" y="6519069"/>
                </a:lnTo>
                <a:lnTo>
                  <a:pt x="6025386" y="6488906"/>
                </a:lnTo>
                <a:lnTo>
                  <a:pt x="5992447" y="6457950"/>
                </a:lnTo>
                <a:lnTo>
                  <a:pt x="5960302" y="6425406"/>
                </a:lnTo>
                <a:lnTo>
                  <a:pt x="5927760" y="6392466"/>
                </a:lnTo>
                <a:lnTo>
                  <a:pt x="5895219" y="6358335"/>
                </a:lnTo>
                <a:lnTo>
                  <a:pt x="5863470" y="6323410"/>
                </a:lnTo>
                <a:lnTo>
                  <a:pt x="5831326" y="6287294"/>
                </a:lnTo>
                <a:lnTo>
                  <a:pt x="5799974" y="6250385"/>
                </a:lnTo>
                <a:lnTo>
                  <a:pt x="5768623" y="6212681"/>
                </a:lnTo>
                <a:lnTo>
                  <a:pt x="5737669" y="6173391"/>
                </a:lnTo>
                <a:lnTo>
                  <a:pt x="5706714" y="6132910"/>
                </a:lnTo>
                <a:lnTo>
                  <a:pt x="5676554" y="6091238"/>
                </a:lnTo>
                <a:lnTo>
                  <a:pt x="5646393" y="6048772"/>
                </a:lnTo>
                <a:lnTo>
                  <a:pt x="5616629" y="6004719"/>
                </a:lnTo>
                <a:lnTo>
                  <a:pt x="5586865" y="5959872"/>
                </a:lnTo>
                <a:lnTo>
                  <a:pt x="5557895" y="5913438"/>
                </a:lnTo>
                <a:lnTo>
                  <a:pt x="5528528" y="5865813"/>
                </a:lnTo>
                <a:lnTo>
                  <a:pt x="5500352" y="5816600"/>
                </a:lnTo>
                <a:lnTo>
                  <a:pt x="5472176" y="5765800"/>
                </a:lnTo>
                <a:lnTo>
                  <a:pt x="5436459" y="5698728"/>
                </a:lnTo>
                <a:lnTo>
                  <a:pt x="5401536" y="5629672"/>
                </a:lnTo>
                <a:lnTo>
                  <a:pt x="5367010" y="5558235"/>
                </a:lnTo>
                <a:lnTo>
                  <a:pt x="5332881" y="5484416"/>
                </a:lnTo>
                <a:lnTo>
                  <a:pt x="5299942" y="5408613"/>
                </a:lnTo>
                <a:lnTo>
                  <a:pt x="5267004" y="5330825"/>
                </a:lnTo>
                <a:lnTo>
                  <a:pt x="5235653" y="5251450"/>
                </a:lnTo>
                <a:lnTo>
                  <a:pt x="5204301" y="5170091"/>
                </a:lnTo>
                <a:lnTo>
                  <a:pt x="5173744" y="5086747"/>
                </a:lnTo>
                <a:lnTo>
                  <a:pt x="5144377" y="5001816"/>
                </a:lnTo>
                <a:lnTo>
                  <a:pt x="5115804" y="4915297"/>
                </a:lnTo>
                <a:lnTo>
                  <a:pt x="5087230" y="4827191"/>
                </a:lnTo>
                <a:lnTo>
                  <a:pt x="5060641" y="4738291"/>
                </a:lnTo>
                <a:lnTo>
                  <a:pt x="5033655" y="4647406"/>
                </a:lnTo>
                <a:lnTo>
                  <a:pt x="5008654" y="4554935"/>
                </a:lnTo>
                <a:lnTo>
                  <a:pt x="4984049" y="4462066"/>
                </a:lnTo>
                <a:lnTo>
                  <a:pt x="4960238" y="4368006"/>
                </a:lnTo>
                <a:lnTo>
                  <a:pt x="4937618" y="4271963"/>
                </a:lnTo>
                <a:lnTo>
                  <a:pt x="4915394" y="4175919"/>
                </a:lnTo>
                <a:lnTo>
                  <a:pt x="4894758" y="4078685"/>
                </a:lnTo>
                <a:lnTo>
                  <a:pt x="4874518" y="3980260"/>
                </a:lnTo>
                <a:lnTo>
                  <a:pt x="4855469" y="3881835"/>
                </a:lnTo>
                <a:lnTo>
                  <a:pt x="4838008" y="3782219"/>
                </a:lnTo>
                <a:lnTo>
                  <a:pt x="4820943" y="3682206"/>
                </a:lnTo>
                <a:lnTo>
                  <a:pt x="4805069" y="3581797"/>
                </a:lnTo>
                <a:lnTo>
                  <a:pt x="4790783" y="3480991"/>
                </a:lnTo>
                <a:lnTo>
                  <a:pt x="4776893" y="3379788"/>
                </a:lnTo>
                <a:lnTo>
                  <a:pt x="4764591" y="3277791"/>
                </a:lnTo>
                <a:lnTo>
                  <a:pt x="4753082" y="3176588"/>
                </a:lnTo>
                <a:lnTo>
                  <a:pt x="4742764" y="3074591"/>
                </a:lnTo>
                <a:lnTo>
                  <a:pt x="4734033" y="2972594"/>
                </a:lnTo>
                <a:lnTo>
                  <a:pt x="4726493" y="2870994"/>
                </a:lnTo>
                <a:lnTo>
                  <a:pt x="4720540" y="2779713"/>
                </a:lnTo>
                <a:lnTo>
                  <a:pt x="4715778" y="2689225"/>
                </a:lnTo>
                <a:lnTo>
                  <a:pt x="4711413" y="2598738"/>
                </a:lnTo>
                <a:lnTo>
                  <a:pt x="4708238" y="2508250"/>
                </a:lnTo>
                <a:lnTo>
                  <a:pt x="4706254" y="2417366"/>
                </a:lnTo>
                <a:lnTo>
                  <a:pt x="4704666" y="2326878"/>
                </a:lnTo>
                <a:lnTo>
                  <a:pt x="4704269" y="2236788"/>
                </a:lnTo>
                <a:lnTo>
                  <a:pt x="4704269" y="2146300"/>
                </a:lnTo>
                <a:lnTo>
                  <a:pt x="4705460" y="2056210"/>
                </a:lnTo>
                <a:lnTo>
                  <a:pt x="4707444" y="1966119"/>
                </a:lnTo>
                <a:lnTo>
                  <a:pt x="4709428" y="1876028"/>
                </a:lnTo>
                <a:lnTo>
                  <a:pt x="4713000" y="1786335"/>
                </a:lnTo>
                <a:lnTo>
                  <a:pt x="4716572" y="1696641"/>
                </a:lnTo>
                <a:lnTo>
                  <a:pt x="4720540" y="1606947"/>
                </a:lnTo>
                <a:lnTo>
                  <a:pt x="4725699" y="1517253"/>
                </a:lnTo>
                <a:lnTo>
                  <a:pt x="4731652" y="1427163"/>
                </a:lnTo>
                <a:lnTo>
                  <a:pt x="4737605" y="1337866"/>
                </a:lnTo>
                <a:lnTo>
                  <a:pt x="4744351" y="1248569"/>
                </a:lnTo>
                <a:lnTo>
                  <a:pt x="4751098" y="1159272"/>
                </a:lnTo>
                <a:lnTo>
                  <a:pt x="4758638" y="1069578"/>
                </a:lnTo>
                <a:lnTo>
                  <a:pt x="4766972" y="980678"/>
                </a:lnTo>
                <a:lnTo>
                  <a:pt x="4775306" y="890984"/>
                </a:lnTo>
                <a:lnTo>
                  <a:pt x="4784036" y="802085"/>
                </a:lnTo>
                <a:lnTo>
                  <a:pt x="4793164" y="712391"/>
                </a:lnTo>
                <a:lnTo>
                  <a:pt x="4802688" y="623491"/>
                </a:lnTo>
                <a:lnTo>
                  <a:pt x="4812213" y="534194"/>
                </a:lnTo>
                <a:lnTo>
                  <a:pt x="4822531" y="445294"/>
                </a:lnTo>
                <a:lnTo>
                  <a:pt x="4832849" y="355997"/>
                </a:lnTo>
                <a:lnTo>
                  <a:pt x="4854279" y="178197"/>
                </a:lnTo>
                <a:close/>
              </a:path>
            </a:pathLst>
          </a:custGeom>
        </p:spPr>
      </p:pic>
      <p:sp>
        <p:nvSpPr>
          <p:cNvPr id="8" name="Freeform 8"/>
          <p:cNvSpPr/>
          <p:nvPr/>
        </p:nvSpPr>
        <p:spPr>
          <a:xfrm>
            <a:off x="3952876" y="0"/>
            <a:ext cx="3535363" cy="6858000"/>
          </a:xfrm>
          <a:custGeom>
            <a:avLst/>
            <a:gdLst/>
            <a:ahLst/>
            <a:cxnLst/>
            <a:rect l="l" t="t" r="r" b="b"/>
            <a:pathLst>
              <a:path w="8906" h="17280">
                <a:moveTo>
                  <a:pt x="7834" y="6820"/>
                </a:moveTo>
                <a:lnTo>
                  <a:pt x="7788" y="7051"/>
                </a:lnTo>
                <a:lnTo>
                  <a:pt x="7737" y="7279"/>
                </a:lnTo>
                <a:lnTo>
                  <a:pt x="7685" y="7506"/>
                </a:lnTo>
                <a:lnTo>
                  <a:pt x="7631" y="7732"/>
                </a:lnTo>
                <a:lnTo>
                  <a:pt x="7574" y="7955"/>
                </a:lnTo>
                <a:lnTo>
                  <a:pt x="7514" y="8176"/>
                </a:lnTo>
                <a:lnTo>
                  <a:pt x="7453" y="8397"/>
                </a:lnTo>
                <a:lnTo>
                  <a:pt x="7389" y="8614"/>
                </a:lnTo>
                <a:lnTo>
                  <a:pt x="7322" y="8829"/>
                </a:lnTo>
                <a:lnTo>
                  <a:pt x="7254" y="9042"/>
                </a:lnTo>
                <a:lnTo>
                  <a:pt x="7183" y="9252"/>
                </a:lnTo>
                <a:lnTo>
                  <a:pt x="7110" y="9459"/>
                </a:lnTo>
                <a:lnTo>
                  <a:pt x="7034" y="9664"/>
                </a:lnTo>
                <a:lnTo>
                  <a:pt x="6956" y="9867"/>
                </a:lnTo>
                <a:lnTo>
                  <a:pt x="6877" y="10065"/>
                </a:lnTo>
                <a:lnTo>
                  <a:pt x="6794" y="10263"/>
                </a:lnTo>
                <a:lnTo>
                  <a:pt x="6709" y="10455"/>
                </a:lnTo>
                <a:lnTo>
                  <a:pt x="6622" y="10646"/>
                </a:lnTo>
                <a:lnTo>
                  <a:pt x="6533" y="10833"/>
                </a:lnTo>
                <a:lnTo>
                  <a:pt x="6442" y="11016"/>
                </a:lnTo>
                <a:lnTo>
                  <a:pt x="6349" y="11196"/>
                </a:lnTo>
                <a:lnTo>
                  <a:pt x="6253" y="11373"/>
                </a:lnTo>
                <a:lnTo>
                  <a:pt x="6154" y="11546"/>
                </a:lnTo>
                <a:lnTo>
                  <a:pt x="6054" y="11715"/>
                </a:lnTo>
                <a:lnTo>
                  <a:pt x="5952" y="11880"/>
                </a:lnTo>
                <a:lnTo>
                  <a:pt x="5848" y="12041"/>
                </a:lnTo>
                <a:lnTo>
                  <a:pt x="5740" y="12198"/>
                </a:lnTo>
                <a:lnTo>
                  <a:pt x="5631" y="12350"/>
                </a:lnTo>
                <a:lnTo>
                  <a:pt x="5520" y="12500"/>
                </a:lnTo>
                <a:lnTo>
                  <a:pt x="5407" y="12644"/>
                </a:lnTo>
                <a:lnTo>
                  <a:pt x="5291" y="12784"/>
                </a:lnTo>
                <a:lnTo>
                  <a:pt x="5173" y="12919"/>
                </a:lnTo>
                <a:lnTo>
                  <a:pt x="5054" y="13051"/>
                </a:lnTo>
                <a:lnTo>
                  <a:pt x="4932" y="13177"/>
                </a:lnTo>
                <a:lnTo>
                  <a:pt x="4807" y="13298"/>
                </a:lnTo>
                <a:lnTo>
                  <a:pt x="4683" y="13416"/>
                </a:lnTo>
                <a:lnTo>
                  <a:pt x="4556" y="13529"/>
                </a:lnTo>
                <a:lnTo>
                  <a:pt x="4428" y="13639"/>
                </a:lnTo>
                <a:lnTo>
                  <a:pt x="4300" y="13744"/>
                </a:lnTo>
                <a:lnTo>
                  <a:pt x="4170" y="13846"/>
                </a:lnTo>
                <a:lnTo>
                  <a:pt x="4040" y="13945"/>
                </a:lnTo>
                <a:lnTo>
                  <a:pt x="3909" y="14040"/>
                </a:lnTo>
                <a:lnTo>
                  <a:pt x="3780" y="14132"/>
                </a:lnTo>
                <a:lnTo>
                  <a:pt x="3649" y="14220"/>
                </a:lnTo>
                <a:lnTo>
                  <a:pt x="3519" y="14307"/>
                </a:lnTo>
                <a:lnTo>
                  <a:pt x="3388" y="14389"/>
                </a:lnTo>
                <a:lnTo>
                  <a:pt x="3259" y="14469"/>
                </a:lnTo>
                <a:lnTo>
                  <a:pt x="3131" y="14546"/>
                </a:lnTo>
                <a:lnTo>
                  <a:pt x="3004" y="14622"/>
                </a:lnTo>
                <a:lnTo>
                  <a:pt x="2877" y="14695"/>
                </a:lnTo>
                <a:lnTo>
                  <a:pt x="2752" y="14766"/>
                </a:lnTo>
                <a:lnTo>
                  <a:pt x="2629" y="14835"/>
                </a:lnTo>
                <a:lnTo>
                  <a:pt x="2387" y="14967"/>
                </a:lnTo>
                <a:lnTo>
                  <a:pt x="2155" y="15093"/>
                </a:lnTo>
                <a:lnTo>
                  <a:pt x="1933" y="15213"/>
                </a:lnTo>
                <a:lnTo>
                  <a:pt x="1723" y="15330"/>
                </a:lnTo>
                <a:lnTo>
                  <a:pt x="1623" y="15387"/>
                </a:lnTo>
                <a:lnTo>
                  <a:pt x="1527" y="15444"/>
                </a:lnTo>
                <a:lnTo>
                  <a:pt x="1435" y="15499"/>
                </a:lnTo>
                <a:lnTo>
                  <a:pt x="1346" y="15556"/>
                </a:lnTo>
                <a:lnTo>
                  <a:pt x="1261" y="15611"/>
                </a:lnTo>
                <a:lnTo>
                  <a:pt x="1181" y="15667"/>
                </a:lnTo>
                <a:lnTo>
                  <a:pt x="1104" y="15722"/>
                </a:lnTo>
                <a:lnTo>
                  <a:pt x="1032" y="15778"/>
                </a:lnTo>
                <a:lnTo>
                  <a:pt x="963" y="15832"/>
                </a:lnTo>
                <a:lnTo>
                  <a:pt x="897" y="15887"/>
                </a:lnTo>
                <a:lnTo>
                  <a:pt x="834" y="15942"/>
                </a:lnTo>
                <a:lnTo>
                  <a:pt x="776" y="15996"/>
                </a:lnTo>
                <a:lnTo>
                  <a:pt x="720" y="16051"/>
                </a:lnTo>
                <a:lnTo>
                  <a:pt x="667" y="16105"/>
                </a:lnTo>
                <a:lnTo>
                  <a:pt x="618" y="16159"/>
                </a:lnTo>
                <a:lnTo>
                  <a:pt x="570" y="16214"/>
                </a:lnTo>
                <a:lnTo>
                  <a:pt x="525" y="16268"/>
                </a:lnTo>
                <a:lnTo>
                  <a:pt x="483" y="16321"/>
                </a:lnTo>
                <a:lnTo>
                  <a:pt x="444" y="16375"/>
                </a:lnTo>
                <a:lnTo>
                  <a:pt x="406" y="16429"/>
                </a:lnTo>
                <a:lnTo>
                  <a:pt x="371" y="16482"/>
                </a:lnTo>
                <a:lnTo>
                  <a:pt x="337" y="16536"/>
                </a:lnTo>
                <a:lnTo>
                  <a:pt x="305" y="16589"/>
                </a:lnTo>
                <a:lnTo>
                  <a:pt x="275" y="16643"/>
                </a:lnTo>
                <a:lnTo>
                  <a:pt x="247" y="16696"/>
                </a:lnTo>
                <a:lnTo>
                  <a:pt x="219" y="16749"/>
                </a:lnTo>
                <a:lnTo>
                  <a:pt x="195" y="16803"/>
                </a:lnTo>
                <a:lnTo>
                  <a:pt x="170" y="16856"/>
                </a:lnTo>
                <a:lnTo>
                  <a:pt x="147" y="16909"/>
                </a:lnTo>
                <a:lnTo>
                  <a:pt x="123" y="16962"/>
                </a:lnTo>
                <a:lnTo>
                  <a:pt x="101" y="17014"/>
                </a:lnTo>
                <a:lnTo>
                  <a:pt x="80" y="17069"/>
                </a:lnTo>
                <a:lnTo>
                  <a:pt x="40" y="17174"/>
                </a:lnTo>
                <a:lnTo>
                  <a:pt x="0" y="17280"/>
                </a:lnTo>
                <a:lnTo>
                  <a:pt x="4375" y="17280"/>
                </a:lnTo>
                <a:lnTo>
                  <a:pt x="4462" y="17222"/>
                </a:lnTo>
                <a:lnTo>
                  <a:pt x="4550" y="17163"/>
                </a:lnTo>
                <a:lnTo>
                  <a:pt x="4637" y="17102"/>
                </a:lnTo>
                <a:lnTo>
                  <a:pt x="4724" y="17041"/>
                </a:lnTo>
                <a:lnTo>
                  <a:pt x="4811" y="16978"/>
                </a:lnTo>
                <a:lnTo>
                  <a:pt x="4898" y="16915"/>
                </a:lnTo>
                <a:lnTo>
                  <a:pt x="4984" y="16851"/>
                </a:lnTo>
                <a:lnTo>
                  <a:pt x="5069" y="16784"/>
                </a:lnTo>
                <a:lnTo>
                  <a:pt x="5155" y="16715"/>
                </a:lnTo>
                <a:lnTo>
                  <a:pt x="5241" y="16646"/>
                </a:lnTo>
                <a:lnTo>
                  <a:pt x="5325" y="16575"/>
                </a:lnTo>
                <a:lnTo>
                  <a:pt x="5409" y="16501"/>
                </a:lnTo>
                <a:lnTo>
                  <a:pt x="5494" y="16426"/>
                </a:lnTo>
                <a:lnTo>
                  <a:pt x="5577" y="16350"/>
                </a:lnTo>
                <a:lnTo>
                  <a:pt x="5660" y="16272"/>
                </a:lnTo>
                <a:lnTo>
                  <a:pt x="5741" y="16190"/>
                </a:lnTo>
                <a:lnTo>
                  <a:pt x="5823" y="16107"/>
                </a:lnTo>
                <a:lnTo>
                  <a:pt x="5905" y="16021"/>
                </a:lnTo>
                <a:lnTo>
                  <a:pt x="5985" y="15933"/>
                </a:lnTo>
                <a:lnTo>
                  <a:pt x="6066" y="15842"/>
                </a:lnTo>
                <a:lnTo>
                  <a:pt x="6145" y="15749"/>
                </a:lnTo>
                <a:lnTo>
                  <a:pt x="6224" y="15654"/>
                </a:lnTo>
                <a:lnTo>
                  <a:pt x="6302" y="15555"/>
                </a:lnTo>
                <a:lnTo>
                  <a:pt x="6380" y="15453"/>
                </a:lnTo>
                <a:lnTo>
                  <a:pt x="6456" y="15348"/>
                </a:lnTo>
                <a:lnTo>
                  <a:pt x="6532" y="15241"/>
                </a:lnTo>
                <a:lnTo>
                  <a:pt x="6607" y="15130"/>
                </a:lnTo>
                <a:lnTo>
                  <a:pt x="6682" y="15017"/>
                </a:lnTo>
                <a:lnTo>
                  <a:pt x="6755" y="14900"/>
                </a:lnTo>
                <a:lnTo>
                  <a:pt x="6829" y="14780"/>
                </a:lnTo>
                <a:lnTo>
                  <a:pt x="6900" y="14656"/>
                </a:lnTo>
                <a:lnTo>
                  <a:pt x="6971" y="14528"/>
                </a:lnTo>
                <a:lnTo>
                  <a:pt x="7061" y="14359"/>
                </a:lnTo>
                <a:lnTo>
                  <a:pt x="7149" y="14185"/>
                </a:lnTo>
                <a:lnTo>
                  <a:pt x="7236" y="14005"/>
                </a:lnTo>
                <a:lnTo>
                  <a:pt x="7322" y="13819"/>
                </a:lnTo>
                <a:lnTo>
                  <a:pt x="7405" y="13628"/>
                </a:lnTo>
                <a:lnTo>
                  <a:pt x="7488" y="13432"/>
                </a:lnTo>
                <a:lnTo>
                  <a:pt x="7567" y="13232"/>
                </a:lnTo>
                <a:lnTo>
                  <a:pt x="7646" y="13027"/>
                </a:lnTo>
                <a:lnTo>
                  <a:pt x="7723" y="12817"/>
                </a:lnTo>
                <a:lnTo>
                  <a:pt x="7797" y="12603"/>
                </a:lnTo>
                <a:lnTo>
                  <a:pt x="7869" y="12385"/>
                </a:lnTo>
                <a:lnTo>
                  <a:pt x="7941" y="12163"/>
                </a:lnTo>
                <a:lnTo>
                  <a:pt x="8008" y="11939"/>
                </a:lnTo>
                <a:lnTo>
                  <a:pt x="8076" y="11710"/>
                </a:lnTo>
                <a:lnTo>
                  <a:pt x="8139" y="11477"/>
                </a:lnTo>
                <a:lnTo>
                  <a:pt x="8201" y="11243"/>
                </a:lnTo>
                <a:lnTo>
                  <a:pt x="8261" y="11006"/>
                </a:lnTo>
                <a:lnTo>
                  <a:pt x="8318" y="10764"/>
                </a:lnTo>
                <a:lnTo>
                  <a:pt x="8374" y="10522"/>
                </a:lnTo>
                <a:lnTo>
                  <a:pt x="8426" y="10277"/>
                </a:lnTo>
                <a:lnTo>
                  <a:pt x="8477" y="10029"/>
                </a:lnTo>
                <a:lnTo>
                  <a:pt x="8525" y="9781"/>
                </a:lnTo>
                <a:lnTo>
                  <a:pt x="8569" y="9530"/>
                </a:lnTo>
                <a:lnTo>
                  <a:pt x="8612" y="9278"/>
                </a:lnTo>
                <a:lnTo>
                  <a:pt x="8652" y="9025"/>
                </a:lnTo>
                <a:lnTo>
                  <a:pt x="8688" y="8771"/>
                </a:lnTo>
                <a:lnTo>
                  <a:pt x="8723" y="8516"/>
                </a:lnTo>
                <a:lnTo>
                  <a:pt x="8754" y="8259"/>
                </a:lnTo>
                <a:lnTo>
                  <a:pt x="8783" y="8004"/>
                </a:lnTo>
                <a:lnTo>
                  <a:pt x="8809" y="7747"/>
                </a:lnTo>
                <a:lnTo>
                  <a:pt x="8831" y="7490"/>
                </a:lnTo>
                <a:lnTo>
                  <a:pt x="8850" y="7234"/>
                </a:lnTo>
                <a:lnTo>
                  <a:pt x="8865" y="7004"/>
                </a:lnTo>
                <a:lnTo>
                  <a:pt x="8877" y="6776"/>
                </a:lnTo>
                <a:lnTo>
                  <a:pt x="8888" y="6548"/>
                </a:lnTo>
                <a:lnTo>
                  <a:pt x="8896" y="6320"/>
                </a:lnTo>
                <a:lnTo>
                  <a:pt x="8901" y="6091"/>
                </a:lnTo>
                <a:lnTo>
                  <a:pt x="8905" y="5863"/>
                </a:lnTo>
                <a:lnTo>
                  <a:pt x="8906" y="5636"/>
                </a:lnTo>
                <a:lnTo>
                  <a:pt x="8906" y="5408"/>
                </a:lnTo>
                <a:lnTo>
                  <a:pt x="8903" y="5181"/>
                </a:lnTo>
                <a:lnTo>
                  <a:pt x="8898" y="4954"/>
                </a:lnTo>
                <a:lnTo>
                  <a:pt x="8893" y="4727"/>
                </a:lnTo>
                <a:lnTo>
                  <a:pt x="8884" y="4501"/>
                </a:lnTo>
                <a:lnTo>
                  <a:pt x="8875" y="4275"/>
                </a:lnTo>
                <a:lnTo>
                  <a:pt x="8865" y="4049"/>
                </a:lnTo>
                <a:lnTo>
                  <a:pt x="8852" y="3823"/>
                </a:lnTo>
                <a:lnTo>
                  <a:pt x="8837" y="3596"/>
                </a:lnTo>
                <a:lnTo>
                  <a:pt x="8822" y="3371"/>
                </a:lnTo>
                <a:lnTo>
                  <a:pt x="8805" y="3146"/>
                </a:lnTo>
                <a:lnTo>
                  <a:pt x="8788" y="2921"/>
                </a:lnTo>
                <a:lnTo>
                  <a:pt x="8769" y="2695"/>
                </a:lnTo>
                <a:lnTo>
                  <a:pt x="8748" y="2471"/>
                </a:lnTo>
                <a:lnTo>
                  <a:pt x="8727" y="2245"/>
                </a:lnTo>
                <a:lnTo>
                  <a:pt x="8705" y="2021"/>
                </a:lnTo>
                <a:lnTo>
                  <a:pt x="8682" y="1795"/>
                </a:lnTo>
                <a:lnTo>
                  <a:pt x="8658" y="1571"/>
                </a:lnTo>
                <a:lnTo>
                  <a:pt x="8634" y="1346"/>
                </a:lnTo>
                <a:lnTo>
                  <a:pt x="8608" y="1122"/>
                </a:lnTo>
                <a:lnTo>
                  <a:pt x="8582" y="897"/>
                </a:lnTo>
                <a:lnTo>
                  <a:pt x="8528" y="449"/>
                </a:lnTo>
                <a:lnTo>
                  <a:pt x="8474" y="0"/>
                </a:lnTo>
                <a:lnTo>
                  <a:pt x="8470" y="0"/>
                </a:lnTo>
                <a:lnTo>
                  <a:pt x="8455" y="441"/>
                </a:lnTo>
                <a:lnTo>
                  <a:pt x="8436" y="881"/>
                </a:lnTo>
                <a:lnTo>
                  <a:pt x="8417" y="1320"/>
                </a:lnTo>
                <a:lnTo>
                  <a:pt x="8396" y="1758"/>
                </a:lnTo>
                <a:lnTo>
                  <a:pt x="8384" y="1975"/>
                </a:lnTo>
                <a:lnTo>
                  <a:pt x="8373" y="2193"/>
                </a:lnTo>
                <a:lnTo>
                  <a:pt x="8360" y="2411"/>
                </a:lnTo>
                <a:lnTo>
                  <a:pt x="8346" y="2628"/>
                </a:lnTo>
                <a:lnTo>
                  <a:pt x="8331" y="2845"/>
                </a:lnTo>
                <a:lnTo>
                  <a:pt x="8316" y="3060"/>
                </a:lnTo>
                <a:lnTo>
                  <a:pt x="8299" y="3275"/>
                </a:lnTo>
                <a:lnTo>
                  <a:pt x="8282" y="3491"/>
                </a:lnTo>
                <a:lnTo>
                  <a:pt x="8264" y="3705"/>
                </a:lnTo>
                <a:lnTo>
                  <a:pt x="8244" y="3917"/>
                </a:lnTo>
                <a:lnTo>
                  <a:pt x="8224" y="4130"/>
                </a:lnTo>
                <a:lnTo>
                  <a:pt x="8203" y="4343"/>
                </a:lnTo>
                <a:lnTo>
                  <a:pt x="8179" y="4553"/>
                </a:lnTo>
                <a:lnTo>
                  <a:pt x="8155" y="4765"/>
                </a:lnTo>
                <a:lnTo>
                  <a:pt x="8130" y="4973"/>
                </a:lnTo>
                <a:lnTo>
                  <a:pt x="8103" y="5182"/>
                </a:lnTo>
                <a:lnTo>
                  <a:pt x="8076" y="5391"/>
                </a:lnTo>
                <a:lnTo>
                  <a:pt x="8046" y="5598"/>
                </a:lnTo>
                <a:lnTo>
                  <a:pt x="8015" y="5804"/>
                </a:lnTo>
                <a:lnTo>
                  <a:pt x="7982" y="6009"/>
                </a:lnTo>
                <a:lnTo>
                  <a:pt x="7947" y="6214"/>
                </a:lnTo>
                <a:lnTo>
                  <a:pt x="7912" y="6416"/>
                </a:lnTo>
                <a:lnTo>
                  <a:pt x="7875" y="6619"/>
                </a:lnTo>
                <a:lnTo>
                  <a:pt x="7834" y="6820"/>
                </a:lnTo>
                <a:close/>
              </a:path>
            </a:pathLst>
          </a:custGeom>
          <a:solidFill>
            <a:srgbClr val="003780"/>
          </a:solidFill>
          <a:ln>
            <a:noFill/>
          </a:ln>
        </p:spPr>
        <p:txBody>
          <a:bodyPr vert="horz" wrap="square" lIns="91433" tIns="45716" rIns="91433" bIns="45716" anchor="t"/>
          <a:p>
            <a:pPr marL="0" algn="l"/>
          </a:p>
        </p:txBody>
      </p:sp>
      <p:sp>
        <p:nvSpPr>
          <p:cNvPr id="9" name="Freeform 9"/>
          <p:cNvSpPr/>
          <p:nvPr/>
        </p:nvSpPr>
        <p:spPr>
          <a:xfrm>
            <a:off x="6596063" y="0"/>
            <a:ext cx="719138" cy="4191000"/>
          </a:xfrm>
          <a:custGeom>
            <a:avLst/>
            <a:gdLst/>
            <a:ahLst/>
            <a:cxnLst/>
            <a:rect l="l" t="t" r="r" b="b"/>
            <a:pathLst>
              <a:path w="1809" h="10561">
                <a:moveTo>
                  <a:pt x="634" y="0"/>
                </a:moveTo>
                <a:lnTo>
                  <a:pt x="672" y="362"/>
                </a:lnTo>
                <a:lnTo>
                  <a:pt x="710" y="725"/>
                </a:lnTo>
                <a:lnTo>
                  <a:pt x="727" y="906"/>
                </a:lnTo>
                <a:lnTo>
                  <a:pt x="744" y="1088"/>
                </a:lnTo>
                <a:lnTo>
                  <a:pt x="761" y="1269"/>
                </a:lnTo>
                <a:lnTo>
                  <a:pt x="776" y="1451"/>
                </a:lnTo>
                <a:lnTo>
                  <a:pt x="792" y="1632"/>
                </a:lnTo>
                <a:lnTo>
                  <a:pt x="805" y="1814"/>
                </a:lnTo>
                <a:lnTo>
                  <a:pt x="819" y="1996"/>
                </a:lnTo>
                <a:lnTo>
                  <a:pt x="831" y="2178"/>
                </a:lnTo>
                <a:lnTo>
                  <a:pt x="842" y="2360"/>
                </a:lnTo>
                <a:lnTo>
                  <a:pt x="853" y="2543"/>
                </a:lnTo>
                <a:lnTo>
                  <a:pt x="863" y="2725"/>
                </a:lnTo>
                <a:lnTo>
                  <a:pt x="872" y="2906"/>
                </a:lnTo>
                <a:lnTo>
                  <a:pt x="879" y="3090"/>
                </a:lnTo>
                <a:lnTo>
                  <a:pt x="885" y="3273"/>
                </a:lnTo>
                <a:lnTo>
                  <a:pt x="892" y="3454"/>
                </a:lnTo>
                <a:lnTo>
                  <a:pt x="896" y="3638"/>
                </a:lnTo>
                <a:lnTo>
                  <a:pt x="900" y="3821"/>
                </a:lnTo>
                <a:lnTo>
                  <a:pt x="901" y="4004"/>
                </a:lnTo>
                <a:lnTo>
                  <a:pt x="902" y="4187"/>
                </a:lnTo>
                <a:lnTo>
                  <a:pt x="901" y="4371"/>
                </a:lnTo>
                <a:lnTo>
                  <a:pt x="900" y="4554"/>
                </a:lnTo>
                <a:lnTo>
                  <a:pt x="896" y="4739"/>
                </a:lnTo>
                <a:lnTo>
                  <a:pt x="892" y="4922"/>
                </a:lnTo>
                <a:lnTo>
                  <a:pt x="885" y="5106"/>
                </a:lnTo>
                <a:lnTo>
                  <a:pt x="877" y="5291"/>
                </a:lnTo>
                <a:lnTo>
                  <a:pt x="868" y="5475"/>
                </a:lnTo>
                <a:lnTo>
                  <a:pt x="858" y="5659"/>
                </a:lnTo>
                <a:lnTo>
                  <a:pt x="846" y="5844"/>
                </a:lnTo>
                <a:lnTo>
                  <a:pt x="835" y="5997"/>
                </a:lnTo>
                <a:lnTo>
                  <a:pt x="822" y="6149"/>
                </a:lnTo>
                <a:lnTo>
                  <a:pt x="809" y="6303"/>
                </a:lnTo>
                <a:lnTo>
                  <a:pt x="794" y="6455"/>
                </a:lnTo>
                <a:lnTo>
                  <a:pt x="779" y="6607"/>
                </a:lnTo>
                <a:lnTo>
                  <a:pt x="762" y="6761"/>
                </a:lnTo>
                <a:lnTo>
                  <a:pt x="745" y="6913"/>
                </a:lnTo>
                <a:lnTo>
                  <a:pt x="726" y="7065"/>
                </a:lnTo>
                <a:lnTo>
                  <a:pt x="706" y="7217"/>
                </a:lnTo>
                <a:lnTo>
                  <a:pt x="685" y="7369"/>
                </a:lnTo>
                <a:lnTo>
                  <a:pt x="665" y="7520"/>
                </a:lnTo>
                <a:lnTo>
                  <a:pt x="641" y="7672"/>
                </a:lnTo>
                <a:lnTo>
                  <a:pt x="618" y="7822"/>
                </a:lnTo>
                <a:lnTo>
                  <a:pt x="593" y="7973"/>
                </a:lnTo>
                <a:lnTo>
                  <a:pt x="567" y="8122"/>
                </a:lnTo>
                <a:lnTo>
                  <a:pt x="541" y="8272"/>
                </a:lnTo>
                <a:lnTo>
                  <a:pt x="514" y="8421"/>
                </a:lnTo>
                <a:lnTo>
                  <a:pt x="486" y="8570"/>
                </a:lnTo>
                <a:lnTo>
                  <a:pt x="457" y="8717"/>
                </a:lnTo>
                <a:lnTo>
                  <a:pt x="427" y="8864"/>
                </a:lnTo>
                <a:lnTo>
                  <a:pt x="396" y="9011"/>
                </a:lnTo>
                <a:lnTo>
                  <a:pt x="364" y="9156"/>
                </a:lnTo>
                <a:lnTo>
                  <a:pt x="331" y="9301"/>
                </a:lnTo>
                <a:lnTo>
                  <a:pt x="297" y="9444"/>
                </a:lnTo>
                <a:lnTo>
                  <a:pt x="264" y="9587"/>
                </a:lnTo>
                <a:lnTo>
                  <a:pt x="229" y="9730"/>
                </a:lnTo>
                <a:lnTo>
                  <a:pt x="192" y="9871"/>
                </a:lnTo>
                <a:lnTo>
                  <a:pt x="156" y="10011"/>
                </a:lnTo>
                <a:lnTo>
                  <a:pt x="118" y="10151"/>
                </a:lnTo>
                <a:lnTo>
                  <a:pt x="80" y="10289"/>
                </a:lnTo>
                <a:lnTo>
                  <a:pt x="41" y="10425"/>
                </a:lnTo>
                <a:lnTo>
                  <a:pt x="0" y="10561"/>
                </a:lnTo>
                <a:lnTo>
                  <a:pt x="48" y="10456"/>
                </a:lnTo>
                <a:lnTo>
                  <a:pt x="95" y="10350"/>
                </a:lnTo>
                <a:lnTo>
                  <a:pt x="140" y="10243"/>
                </a:lnTo>
                <a:lnTo>
                  <a:pt x="186" y="10136"/>
                </a:lnTo>
                <a:lnTo>
                  <a:pt x="231" y="10028"/>
                </a:lnTo>
                <a:lnTo>
                  <a:pt x="275" y="9918"/>
                </a:lnTo>
                <a:lnTo>
                  <a:pt x="318" y="9809"/>
                </a:lnTo>
                <a:lnTo>
                  <a:pt x="361" y="9697"/>
                </a:lnTo>
                <a:lnTo>
                  <a:pt x="403" y="9586"/>
                </a:lnTo>
                <a:lnTo>
                  <a:pt x="444" y="9472"/>
                </a:lnTo>
                <a:lnTo>
                  <a:pt x="484" y="9359"/>
                </a:lnTo>
                <a:lnTo>
                  <a:pt x="525" y="9245"/>
                </a:lnTo>
                <a:lnTo>
                  <a:pt x="563" y="9131"/>
                </a:lnTo>
                <a:lnTo>
                  <a:pt x="601" y="9015"/>
                </a:lnTo>
                <a:lnTo>
                  <a:pt x="640" y="8897"/>
                </a:lnTo>
                <a:lnTo>
                  <a:pt x="676" y="8780"/>
                </a:lnTo>
                <a:lnTo>
                  <a:pt x="713" y="8663"/>
                </a:lnTo>
                <a:lnTo>
                  <a:pt x="749" y="8544"/>
                </a:lnTo>
                <a:lnTo>
                  <a:pt x="784" y="8424"/>
                </a:lnTo>
                <a:lnTo>
                  <a:pt x="818" y="8304"/>
                </a:lnTo>
                <a:lnTo>
                  <a:pt x="852" y="8184"/>
                </a:lnTo>
                <a:lnTo>
                  <a:pt x="884" y="8063"/>
                </a:lnTo>
                <a:lnTo>
                  <a:pt x="916" y="7940"/>
                </a:lnTo>
                <a:lnTo>
                  <a:pt x="948" y="7819"/>
                </a:lnTo>
                <a:lnTo>
                  <a:pt x="979" y="7695"/>
                </a:lnTo>
                <a:lnTo>
                  <a:pt x="1009" y="7572"/>
                </a:lnTo>
                <a:lnTo>
                  <a:pt x="1038" y="7448"/>
                </a:lnTo>
                <a:lnTo>
                  <a:pt x="1067" y="7323"/>
                </a:lnTo>
                <a:lnTo>
                  <a:pt x="1094" y="7198"/>
                </a:lnTo>
                <a:lnTo>
                  <a:pt x="1121" y="7073"/>
                </a:lnTo>
                <a:lnTo>
                  <a:pt x="1147" y="6946"/>
                </a:lnTo>
                <a:lnTo>
                  <a:pt x="1173" y="6820"/>
                </a:lnTo>
                <a:lnTo>
                  <a:pt x="1214" y="6619"/>
                </a:lnTo>
                <a:lnTo>
                  <a:pt x="1251" y="6416"/>
                </a:lnTo>
                <a:lnTo>
                  <a:pt x="1286" y="6214"/>
                </a:lnTo>
                <a:lnTo>
                  <a:pt x="1321" y="6009"/>
                </a:lnTo>
                <a:lnTo>
                  <a:pt x="1354" y="5804"/>
                </a:lnTo>
                <a:lnTo>
                  <a:pt x="1385" y="5598"/>
                </a:lnTo>
                <a:lnTo>
                  <a:pt x="1415" y="5391"/>
                </a:lnTo>
                <a:lnTo>
                  <a:pt x="1442" y="5182"/>
                </a:lnTo>
                <a:lnTo>
                  <a:pt x="1469" y="4973"/>
                </a:lnTo>
                <a:lnTo>
                  <a:pt x="1494" y="4765"/>
                </a:lnTo>
                <a:lnTo>
                  <a:pt x="1518" y="4553"/>
                </a:lnTo>
                <a:lnTo>
                  <a:pt x="1542" y="4343"/>
                </a:lnTo>
                <a:lnTo>
                  <a:pt x="1563" y="4130"/>
                </a:lnTo>
                <a:lnTo>
                  <a:pt x="1583" y="3917"/>
                </a:lnTo>
                <a:lnTo>
                  <a:pt x="1603" y="3705"/>
                </a:lnTo>
                <a:lnTo>
                  <a:pt x="1621" y="3491"/>
                </a:lnTo>
                <a:lnTo>
                  <a:pt x="1638" y="3275"/>
                </a:lnTo>
                <a:lnTo>
                  <a:pt x="1655" y="3060"/>
                </a:lnTo>
                <a:lnTo>
                  <a:pt x="1670" y="2845"/>
                </a:lnTo>
                <a:lnTo>
                  <a:pt x="1685" y="2628"/>
                </a:lnTo>
                <a:lnTo>
                  <a:pt x="1699" y="2411"/>
                </a:lnTo>
                <a:lnTo>
                  <a:pt x="1712" y="2193"/>
                </a:lnTo>
                <a:lnTo>
                  <a:pt x="1723" y="1975"/>
                </a:lnTo>
                <a:lnTo>
                  <a:pt x="1735" y="1758"/>
                </a:lnTo>
                <a:lnTo>
                  <a:pt x="1756" y="1320"/>
                </a:lnTo>
                <a:lnTo>
                  <a:pt x="1775" y="881"/>
                </a:lnTo>
                <a:lnTo>
                  <a:pt x="1794" y="441"/>
                </a:lnTo>
                <a:lnTo>
                  <a:pt x="1809" y="0"/>
                </a:lnTo>
                <a:lnTo>
                  <a:pt x="634" y="0"/>
                </a:lnTo>
                <a:close/>
              </a:path>
            </a:pathLst>
          </a:custGeom>
          <a:solidFill>
            <a:srgbClr val="D5AA0D"/>
          </a:solidFill>
          <a:ln>
            <a:noFill/>
          </a:ln>
        </p:spPr>
        <p:txBody>
          <a:bodyPr vert="horz" wrap="square" lIns="91433" tIns="45716" rIns="91433" bIns="45716" anchor="t"/>
          <a:p>
            <a:pPr marL="0" algn="l"/>
          </a:p>
        </p:txBody>
      </p:sp>
      <p:sp>
        <p:nvSpPr>
          <p:cNvPr id="10" name="TextBox 10"/>
          <p:cNvSpPr txBox="1"/>
          <p:nvPr/>
        </p:nvSpPr>
        <p:spPr>
          <a:xfrm>
            <a:off x="11647170" y="6466920"/>
            <a:ext cx="539751" cy="365125"/>
          </a:xfrm>
          <a:prstGeom prst="rect">
            <a:avLst/>
          </a:prstGeom>
        </p:spPr>
        <p:txBody>
          <a:bodyPr vert="horz" lIns="91433" tIns="45716" rIns="91433" bIns="45716" rtlCol="0" anchor="ctr"/>
          <a:lstStyle/>
          <a:p>
            <a:pPr marL="0" indent="0" algn="r" fontAlgn="auto">
              <a:lnSpc>
                <a:spcPct val="100000"/>
              </a:lnSpc>
              <a:spcBef>
                <a:spcPct val="0"/>
              </a:spcBef>
              <a:spcAft>
                <a:spcPct val="0"/>
              </a:spcAft>
              <a:defRPr/>
            </a:pPr>
            <a:fld id="{3386411A-70EE-422D-B97C-F56BEE3FF077}" type="slidenum">
              <a:rPr lang="en-US" sz="1600">
                <a:solidFill>
                  <a:srgbClr val="000000">
                    <a:tint val="75000"/>
                  </a:srgbClr>
                </a:solidFill>
                <a:latin typeface="微软雅黑" panose="020B0503020204020204" charset="-122"/>
                <a:ea typeface="微软雅黑" panose="020B0503020204020204" charset="-122"/>
              </a:rPr>
            </a:fld>
            <a:endParaRPr lang="en-US" sz="1100"/>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0" Type="http://schemas.openxmlformats.org/officeDocument/2006/relationships/theme" Target="../theme/theme1.xml"/><Relationship Id="rId2" Type="http://schemas.openxmlformats.org/officeDocument/2006/relationships/slideLayout" Target="../slideLayouts/slideLayout2.xml"/><Relationship Id="rId19" Type="http://schemas.openxmlformats.org/officeDocument/2006/relationships/image" Target="../media/image5.png"/><Relationship Id="rId18" Type="http://schemas.openxmlformats.org/officeDocument/2006/relationships/slideLayout" Target="../slideLayouts/slideLayout18.xml"/><Relationship Id="rId17" Type="http://schemas.openxmlformats.org/officeDocument/2006/relationships/slideLayout" Target="../slideLayouts/slideLayout17.xml"/><Relationship Id="rId16" Type="http://schemas.openxmlformats.org/officeDocument/2006/relationships/slideLayout" Target="../slideLayouts/slideLayout16.xml"/><Relationship Id="rId15" Type="http://schemas.openxmlformats.org/officeDocument/2006/relationships/slideLayout" Target="../slideLayouts/slideLayout15.xml"/><Relationship Id="rId14" Type="http://schemas.openxmlformats.org/officeDocument/2006/relationships/slideLayout" Target="../slideLayouts/slideLayout14.xml"/><Relationship Id="rId13" Type="http://schemas.openxmlformats.org/officeDocument/2006/relationships/slideLayout" Target="../slideLayouts/slideLayout13.xml"/><Relationship Id="rId12" Type="http://schemas.openxmlformats.org/officeDocument/2006/relationships/slideLayout" Target="../slideLayouts/slideLayout12.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2" name="image5.png"/>
          <p:cNvPicPr>
            <a:picLocks noChangeAspect="1"/>
          </p:cNvPicPr>
          <p:nvPr/>
        </p:nvPicPr>
        <p:blipFill>
          <a:blip r:embed="rId19"/>
          <a:srcRect l="2368" r="22060" b="77960"/>
          <a:stretch>
            <a:fillRect/>
          </a:stretch>
        </p:blipFill>
        <p:spPr>
          <a:xfrm>
            <a:off x="9526270" y="116499"/>
            <a:ext cx="2504440" cy="546735"/>
          </a:xfrm>
          <a:prstGeom prst="rect">
            <a:avLst/>
          </a:prstGeom>
          <a:noFill/>
          <a:ln>
            <a:noFill/>
          </a:ln>
        </p:spPr>
      </p:pic>
      <p:sp>
        <p:nvSpPr>
          <p:cNvPr id="3" name="AutoShape 3"/>
          <p:cNvSpPr/>
          <p:nvPr/>
        </p:nvSpPr>
        <p:spPr>
          <a:xfrm>
            <a:off x="-811608" y="17768"/>
            <a:ext cx="328295" cy="308225"/>
          </a:xfrm>
          <a:prstGeom prst="rect">
            <a:avLst/>
          </a:prstGeom>
          <a:solidFill>
            <a:schemeClr val="accent1"/>
          </a:solidFill>
          <a:ln cap="flat">
            <a:noFill/>
            <a:prstDash val="solid"/>
          </a:ln>
        </p:spPr>
        <p:txBody>
          <a:bodyPr rot="0" vert="horz" wrap="square" lIns="45718" tIns="45718" rIns="45718" bIns="45718" anchor="ctr">
            <a:noAutofit/>
          </a:bodyPr>
          <a:p>
            <a:pPr marL="0" marR="0" indent="0" algn="ctr" rtl="0" fontAlgn="auto">
              <a:lnSpc>
                <a:spcPct val="100000"/>
              </a:lnSpc>
              <a:spcBef>
                <a:spcPct val="0"/>
              </a:spcBef>
              <a:spcAft>
                <a:spcPct val="0"/>
              </a:spcAft>
              <a:buNone/>
            </a:pPr>
          </a:p>
        </p:txBody>
      </p:sp>
      <p:sp>
        <p:nvSpPr>
          <p:cNvPr id="4" name="AutoShape 4"/>
          <p:cNvSpPr/>
          <p:nvPr/>
        </p:nvSpPr>
        <p:spPr>
          <a:xfrm>
            <a:off x="-811608" y="451936"/>
            <a:ext cx="328295" cy="308225"/>
          </a:xfrm>
          <a:prstGeom prst="rect">
            <a:avLst/>
          </a:prstGeom>
          <a:solidFill>
            <a:srgbClr val="4472C4"/>
          </a:solidFill>
          <a:ln cap="flat">
            <a:noFill/>
            <a:prstDash val="solid"/>
          </a:ln>
        </p:spPr>
        <p:txBody>
          <a:bodyPr rot="0" vert="horz" wrap="square" lIns="45718" tIns="45718" rIns="45718" bIns="45718" anchor="ctr">
            <a:noAutofit/>
          </a:bodyPr>
          <a:p>
            <a:pPr marL="0" marR="0" indent="0" algn="ctr" rtl="0" fontAlgn="auto">
              <a:lnSpc>
                <a:spcPct val="100000"/>
              </a:lnSpc>
              <a:spcBef>
                <a:spcPct val="0"/>
              </a:spcBef>
              <a:spcAft>
                <a:spcPct val="0"/>
              </a:spcAft>
              <a:buNone/>
            </a:pPr>
          </a:p>
        </p:txBody>
      </p:sp>
      <p:sp>
        <p:nvSpPr>
          <p:cNvPr id="5" name="AutoShape 5"/>
          <p:cNvSpPr/>
          <p:nvPr/>
        </p:nvSpPr>
        <p:spPr>
          <a:xfrm>
            <a:off x="-811608" y="886104"/>
            <a:ext cx="328295" cy="308225"/>
          </a:xfrm>
          <a:prstGeom prst="rect">
            <a:avLst/>
          </a:prstGeom>
          <a:solidFill>
            <a:schemeClr val="accent3">
              <a:lumMod val="60000"/>
              <a:lumOff val="40000"/>
            </a:schemeClr>
          </a:solidFill>
          <a:ln cap="flat">
            <a:noFill/>
            <a:prstDash val="solid"/>
          </a:ln>
        </p:spPr>
        <p:txBody>
          <a:bodyPr rot="0" vert="horz" wrap="square" lIns="45718" tIns="45718" rIns="45718" bIns="45718" anchor="ctr">
            <a:noAutofit/>
          </a:bodyPr>
          <a:p>
            <a:pPr marL="0" marR="0" indent="0" algn="ctr" rtl="0" fontAlgn="auto">
              <a:lnSpc>
                <a:spcPct val="100000"/>
              </a:lnSpc>
              <a:spcBef>
                <a:spcPct val="0"/>
              </a:spcBef>
              <a:spcAft>
                <a:spcPct val="0"/>
              </a:spcAft>
              <a:buNone/>
            </a:pPr>
          </a:p>
        </p:txBody>
      </p:sp>
      <p:sp>
        <p:nvSpPr>
          <p:cNvPr id="6" name="AutoShape 6"/>
          <p:cNvSpPr/>
          <p:nvPr/>
        </p:nvSpPr>
        <p:spPr>
          <a:xfrm>
            <a:off x="-811608" y="1320272"/>
            <a:ext cx="328295" cy="308225"/>
          </a:xfrm>
          <a:prstGeom prst="rect">
            <a:avLst/>
          </a:prstGeom>
          <a:solidFill>
            <a:schemeClr val="accent4"/>
          </a:solidFill>
          <a:ln cap="flat">
            <a:noFill/>
            <a:prstDash val="solid"/>
          </a:ln>
        </p:spPr>
        <p:txBody>
          <a:bodyPr rot="0" vert="horz" wrap="square" lIns="45718" tIns="45718" rIns="45718" bIns="45718" anchor="ctr">
            <a:noAutofit/>
          </a:bodyPr>
          <a:p>
            <a:pPr marL="0" marR="0" indent="0" algn="ctr" rtl="0" fontAlgn="auto">
              <a:lnSpc>
                <a:spcPct val="100000"/>
              </a:lnSpc>
              <a:spcBef>
                <a:spcPct val="0"/>
              </a:spcBef>
              <a:spcAft>
                <a:spcPct val="0"/>
              </a:spcAft>
              <a:buNone/>
            </a:pPr>
          </a:p>
        </p:txBody>
      </p:sp>
      <p:sp>
        <p:nvSpPr>
          <p:cNvPr id="7" name="AutoShape 7"/>
          <p:cNvSpPr/>
          <p:nvPr/>
        </p:nvSpPr>
        <p:spPr>
          <a:xfrm>
            <a:off x="-811608" y="1754440"/>
            <a:ext cx="328295" cy="308225"/>
          </a:xfrm>
          <a:prstGeom prst="rect">
            <a:avLst/>
          </a:prstGeom>
          <a:solidFill>
            <a:schemeClr val="accent5"/>
          </a:solidFill>
          <a:ln cap="flat">
            <a:noFill/>
            <a:prstDash val="solid"/>
          </a:ln>
        </p:spPr>
        <p:txBody>
          <a:bodyPr rot="0" vert="horz" wrap="square" lIns="45718" tIns="45718" rIns="45718" bIns="45718" anchor="ctr">
            <a:noAutofit/>
          </a:bodyPr>
          <a:p>
            <a:pPr marL="0" algn="ctr"/>
          </a:p>
        </p:txBody>
      </p:sp>
      <p:sp>
        <p:nvSpPr>
          <p:cNvPr id="8" name="AutoShape 8"/>
          <p:cNvSpPr/>
          <p:nvPr/>
        </p:nvSpPr>
        <p:spPr>
          <a:xfrm>
            <a:off x="-811608" y="2188608"/>
            <a:ext cx="328295" cy="308225"/>
          </a:xfrm>
          <a:prstGeom prst="rect">
            <a:avLst/>
          </a:prstGeom>
          <a:solidFill>
            <a:schemeClr val="accent6"/>
          </a:solidFill>
          <a:ln cap="flat">
            <a:noFill/>
            <a:prstDash val="solid"/>
          </a:ln>
        </p:spPr>
        <p:txBody>
          <a:bodyPr rot="0" vert="horz" wrap="square" lIns="45718" tIns="45718" rIns="45718" bIns="45718" anchor="ctr">
            <a:noAutofit/>
          </a:bodyPr>
          <a:p>
            <a:pPr marL="0" algn="ctr"/>
          </a:p>
        </p:txBody>
      </p:sp>
      <p:sp>
        <p:nvSpPr>
          <p:cNvPr id="9" name="AutoShape 9"/>
          <p:cNvSpPr/>
          <p:nvPr/>
        </p:nvSpPr>
        <p:spPr>
          <a:xfrm>
            <a:off x="-1135458" y="17768"/>
            <a:ext cx="328295" cy="308225"/>
          </a:xfrm>
          <a:prstGeom prst="rect">
            <a:avLst/>
          </a:prstGeom>
          <a:solidFill>
            <a:schemeClr val="accent1">
              <a:lumMod val="60000"/>
              <a:lumOff val="40000"/>
            </a:schemeClr>
          </a:solidFill>
          <a:ln cap="flat">
            <a:noFill/>
            <a:prstDash val="solid"/>
          </a:ln>
        </p:spPr>
        <p:txBody>
          <a:bodyPr rot="0" vert="horz" wrap="square" lIns="45718" tIns="45718" rIns="45718" bIns="45718" anchor="ctr">
            <a:noAutofit/>
          </a:bodyPr>
          <a:p>
            <a:pPr marL="0" marR="0" indent="0" algn="ctr" rtl="0" fontAlgn="auto">
              <a:lnSpc>
                <a:spcPct val="100000"/>
              </a:lnSpc>
              <a:spcBef>
                <a:spcPct val="0"/>
              </a:spcBef>
              <a:spcAft>
                <a:spcPct val="0"/>
              </a:spcAft>
              <a:buNone/>
            </a:pPr>
          </a:p>
        </p:txBody>
      </p:sp>
      <p:sp>
        <p:nvSpPr>
          <p:cNvPr id="10" name="AutoShape 10"/>
          <p:cNvSpPr/>
          <p:nvPr/>
        </p:nvSpPr>
        <p:spPr>
          <a:xfrm>
            <a:off x="-1135458" y="451936"/>
            <a:ext cx="328295" cy="308225"/>
          </a:xfrm>
          <a:prstGeom prst="rect">
            <a:avLst/>
          </a:prstGeom>
          <a:solidFill>
            <a:schemeClr val="accent2">
              <a:lumMod val="60000"/>
              <a:lumOff val="40000"/>
            </a:schemeClr>
          </a:solidFill>
          <a:ln cap="flat">
            <a:noFill/>
            <a:prstDash val="solid"/>
          </a:ln>
        </p:spPr>
        <p:txBody>
          <a:bodyPr rot="0" vert="horz" wrap="square" lIns="45718" tIns="45718" rIns="45718" bIns="45718" anchor="ctr">
            <a:noAutofit/>
          </a:bodyPr>
          <a:p>
            <a:pPr marL="0" marR="0" indent="0" algn="ctr" rtl="0" fontAlgn="auto">
              <a:lnSpc>
                <a:spcPct val="100000"/>
              </a:lnSpc>
              <a:spcBef>
                <a:spcPct val="0"/>
              </a:spcBef>
              <a:spcAft>
                <a:spcPct val="0"/>
              </a:spcAft>
              <a:buNone/>
            </a:pPr>
          </a:p>
        </p:txBody>
      </p:sp>
      <p:sp>
        <p:nvSpPr>
          <p:cNvPr id="11" name="AutoShape 11"/>
          <p:cNvSpPr/>
          <p:nvPr/>
        </p:nvSpPr>
        <p:spPr>
          <a:xfrm>
            <a:off x="-1135458" y="886104"/>
            <a:ext cx="328295" cy="308225"/>
          </a:xfrm>
          <a:prstGeom prst="rect">
            <a:avLst/>
          </a:prstGeom>
          <a:solidFill>
            <a:schemeClr val="accent3">
              <a:lumMod val="40000"/>
              <a:lumOff val="60000"/>
            </a:schemeClr>
          </a:solidFill>
          <a:ln cap="flat">
            <a:noFill/>
            <a:prstDash val="solid"/>
          </a:ln>
        </p:spPr>
        <p:txBody>
          <a:bodyPr rot="0" vert="horz" wrap="square" lIns="45718" tIns="45718" rIns="45718" bIns="45718" anchor="ctr">
            <a:noAutofit/>
          </a:bodyPr>
          <a:p>
            <a:pPr marL="0" marR="0" indent="0" algn="ctr" rtl="0" fontAlgn="auto">
              <a:lnSpc>
                <a:spcPct val="100000"/>
              </a:lnSpc>
              <a:spcBef>
                <a:spcPct val="0"/>
              </a:spcBef>
              <a:spcAft>
                <a:spcPct val="0"/>
              </a:spcAft>
              <a:buNone/>
            </a:pPr>
          </a:p>
        </p:txBody>
      </p:sp>
      <p:sp>
        <p:nvSpPr>
          <p:cNvPr id="12" name="AutoShape 12"/>
          <p:cNvSpPr/>
          <p:nvPr/>
        </p:nvSpPr>
        <p:spPr>
          <a:xfrm>
            <a:off x="-1135458" y="1320272"/>
            <a:ext cx="328295" cy="308225"/>
          </a:xfrm>
          <a:prstGeom prst="rect">
            <a:avLst/>
          </a:prstGeom>
          <a:solidFill>
            <a:schemeClr val="accent4">
              <a:lumMod val="60000"/>
              <a:lumOff val="40000"/>
            </a:schemeClr>
          </a:solidFill>
          <a:ln cap="flat">
            <a:noFill/>
            <a:prstDash val="solid"/>
          </a:ln>
        </p:spPr>
        <p:txBody>
          <a:bodyPr rot="0" vert="horz" wrap="square" lIns="45718" tIns="45718" rIns="45718" bIns="45718" anchor="ctr">
            <a:noAutofit/>
          </a:bodyPr>
          <a:p>
            <a:pPr marL="0" marR="0" indent="0" algn="ctr" rtl="0" fontAlgn="auto">
              <a:lnSpc>
                <a:spcPct val="100000"/>
              </a:lnSpc>
              <a:spcBef>
                <a:spcPct val="0"/>
              </a:spcBef>
              <a:spcAft>
                <a:spcPct val="0"/>
              </a:spcAft>
              <a:buNone/>
            </a:pPr>
          </a:p>
        </p:txBody>
      </p:sp>
      <p:sp>
        <p:nvSpPr>
          <p:cNvPr id="13" name="AutoShape 13"/>
          <p:cNvSpPr/>
          <p:nvPr/>
        </p:nvSpPr>
        <p:spPr>
          <a:xfrm>
            <a:off x="-1135458" y="1754440"/>
            <a:ext cx="328295" cy="308225"/>
          </a:xfrm>
          <a:prstGeom prst="rect">
            <a:avLst/>
          </a:prstGeom>
          <a:solidFill>
            <a:srgbClr val="1FEFED"/>
          </a:solidFill>
          <a:ln cap="flat">
            <a:noFill/>
            <a:prstDash val="solid"/>
          </a:ln>
        </p:spPr>
        <p:txBody>
          <a:bodyPr rot="0" vert="horz" wrap="square" lIns="45718" tIns="45718" rIns="45718" bIns="45718" anchor="ctr">
            <a:noAutofit/>
          </a:bodyPr>
          <a:p>
            <a:pPr marL="0" algn="ctr"/>
          </a:p>
        </p:txBody>
      </p:sp>
      <p:sp>
        <p:nvSpPr>
          <p:cNvPr id="14" name="AutoShape 14"/>
          <p:cNvSpPr/>
          <p:nvPr/>
        </p:nvSpPr>
        <p:spPr>
          <a:xfrm>
            <a:off x="-1135458" y="2188608"/>
            <a:ext cx="328295" cy="308225"/>
          </a:xfrm>
          <a:prstGeom prst="rect">
            <a:avLst/>
          </a:prstGeom>
          <a:solidFill>
            <a:schemeClr val="accent6">
              <a:lumMod val="60000"/>
              <a:lumOff val="40000"/>
            </a:schemeClr>
          </a:solidFill>
          <a:ln cap="flat">
            <a:noFill/>
            <a:prstDash val="solid"/>
          </a:ln>
        </p:spPr>
        <p:txBody>
          <a:bodyPr rot="0" vert="horz" wrap="square" lIns="45718" tIns="45718" rIns="45718" bIns="45718" anchor="ctr">
            <a:noAutofit/>
          </a:bodyPr>
          <a:p>
            <a:pPr marL="0" algn="ctr"/>
          </a:p>
        </p:txBody>
      </p:sp>
      <p:sp>
        <p:nvSpPr>
          <p:cNvPr id="15" name="AutoShape 15"/>
          <p:cNvSpPr/>
          <p:nvPr/>
        </p:nvSpPr>
        <p:spPr>
          <a:xfrm>
            <a:off x="-1459786" y="17768"/>
            <a:ext cx="328773" cy="308225"/>
          </a:xfrm>
          <a:prstGeom prst="rect">
            <a:avLst/>
          </a:prstGeom>
          <a:solidFill>
            <a:schemeClr val="accent1">
              <a:lumMod val="20000"/>
              <a:lumOff val="80000"/>
            </a:schemeClr>
          </a:solidFill>
          <a:ln cap="flat">
            <a:noFill/>
            <a:prstDash val="solid"/>
          </a:ln>
        </p:spPr>
        <p:txBody>
          <a:bodyPr rot="0" vert="horz" wrap="square" lIns="45718" tIns="45718" rIns="45718" bIns="45718" anchor="ctr">
            <a:noAutofit/>
          </a:bodyPr>
          <a:p>
            <a:pPr marL="0" marR="0" indent="0" algn="ctr" rtl="0" fontAlgn="auto">
              <a:lnSpc>
                <a:spcPct val="100000"/>
              </a:lnSpc>
              <a:spcBef>
                <a:spcPct val="0"/>
              </a:spcBef>
              <a:spcAft>
                <a:spcPct val="0"/>
              </a:spcAft>
              <a:buNone/>
            </a:pPr>
          </a:p>
        </p:txBody>
      </p:sp>
      <p:sp>
        <p:nvSpPr>
          <p:cNvPr id="16" name="AutoShape 16"/>
          <p:cNvSpPr/>
          <p:nvPr/>
        </p:nvSpPr>
        <p:spPr>
          <a:xfrm>
            <a:off x="-1459786" y="451936"/>
            <a:ext cx="328773" cy="308225"/>
          </a:xfrm>
          <a:prstGeom prst="rect">
            <a:avLst/>
          </a:prstGeom>
          <a:solidFill>
            <a:schemeClr val="accent2">
              <a:lumMod val="20000"/>
              <a:lumOff val="80000"/>
            </a:schemeClr>
          </a:solidFill>
          <a:ln cap="flat">
            <a:noFill/>
            <a:prstDash val="solid"/>
          </a:ln>
        </p:spPr>
        <p:txBody>
          <a:bodyPr rot="0" vert="horz" wrap="square" lIns="45718" tIns="45718" rIns="45718" bIns="45718" anchor="ctr">
            <a:noAutofit/>
          </a:bodyPr>
          <a:p>
            <a:pPr marL="0" marR="0" indent="0" algn="ctr" rtl="0" fontAlgn="auto">
              <a:lnSpc>
                <a:spcPct val="100000"/>
              </a:lnSpc>
              <a:spcBef>
                <a:spcPct val="0"/>
              </a:spcBef>
              <a:spcAft>
                <a:spcPct val="0"/>
              </a:spcAft>
              <a:buNone/>
            </a:pPr>
          </a:p>
        </p:txBody>
      </p:sp>
      <p:sp>
        <p:nvSpPr>
          <p:cNvPr id="17" name="AutoShape 17"/>
          <p:cNvSpPr/>
          <p:nvPr/>
        </p:nvSpPr>
        <p:spPr>
          <a:xfrm>
            <a:off x="-1459786" y="886104"/>
            <a:ext cx="328773" cy="308225"/>
          </a:xfrm>
          <a:prstGeom prst="rect">
            <a:avLst/>
          </a:prstGeom>
          <a:solidFill>
            <a:schemeClr val="accent3">
              <a:lumMod val="20000"/>
              <a:lumOff val="80000"/>
            </a:schemeClr>
          </a:solidFill>
          <a:ln cap="flat">
            <a:noFill/>
            <a:prstDash val="solid"/>
          </a:ln>
        </p:spPr>
        <p:txBody>
          <a:bodyPr rot="0" vert="horz" wrap="square" lIns="45718" tIns="45718" rIns="45718" bIns="45718" anchor="ctr">
            <a:noAutofit/>
          </a:bodyPr>
          <a:p>
            <a:pPr marL="0" marR="0" indent="0" algn="ctr" rtl="0" fontAlgn="auto">
              <a:lnSpc>
                <a:spcPct val="100000"/>
              </a:lnSpc>
              <a:spcBef>
                <a:spcPct val="0"/>
              </a:spcBef>
              <a:spcAft>
                <a:spcPct val="0"/>
              </a:spcAft>
              <a:buNone/>
            </a:pPr>
          </a:p>
        </p:txBody>
      </p:sp>
      <p:sp>
        <p:nvSpPr>
          <p:cNvPr id="18" name="AutoShape 18"/>
          <p:cNvSpPr/>
          <p:nvPr/>
        </p:nvSpPr>
        <p:spPr>
          <a:xfrm>
            <a:off x="-1459786" y="1320272"/>
            <a:ext cx="328773" cy="308225"/>
          </a:xfrm>
          <a:prstGeom prst="rect">
            <a:avLst/>
          </a:prstGeom>
          <a:solidFill>
            <a:schemeClr val="accent4">
              <a:lumMod val="20000"/>
              <a:lumOff val="80000"/>
            </a:schemeClr>
          </a:solidFill>
          <a:ln cap="flat">
            <a:noFill/>
            <a:prstDash val="solid"/>
          </a:ln>
        </p:spPr>
        <p:txBody>
          <a:bodyPr rot="0" vert="horz" wrap="square" lIns="45718" tIns="45718" rIns="45718" bIns="45718" anchor="ctr">
            <a:noAutofit/>
          </a:bodyPr>
          <a:p>
            <a:pPr marL="0" marR="0" indent="0" algn="ctr" rtl="0" fontAlgn="auto">
              <a:lnSpc>
                <a:spcPct val="100000"/>
              </a:lnSpc>
              <a:spcBef>
                <a:spcPct val="0"/>
              </a:spcBef>
              <a:spcAft>
                <a:spcPct val="0"/>
              </a:spcAft>
              <a:buNone/>
            </a:pPr>
          </a:p>
        </p:txBody>
      </p:sp>
      <p:sp>
        <p:nvSpPr>
          <p:cNvPr id="19" name="AutoShape 19"/>
          <p:cNvSpPr/>
          <p:nvPr/>
        </p:nvSpPr>
        <p:spPr>
          <a:xfrm>
            <a:off x="-1459786" y="1754440"/>
            <a:ext cx="328773" cy="308225"/>
          </a:xfrm>
          <a:prstGeom prst="rect">
            <a:avLst/>
          </a:prstGeom>
          <a:solidFill>
            <a:schemeClr val="accent5">
              <a:lumMod val="20000"/>
              <a:lumOff val="80000"/>
            </a:schemeClr>
          </a:solidFill>
          <a:ln cap="flat">
            <a:noFill/>
            <a:prstDash val="solid"/>
          </a:ln>
        </p:spPr>
        <p:txBody>
          <a:bodyPr rot="0" vert="horz" wrap="square" lIns="45718" tIns="45718" rIns="45718" bIns="45718" anchor="ctr">
            <a:noAutofit/>
          </a:bodyPr>
          <a:p>
            <a:pPr marL="0" algn="ctr"/>
          </a:p>
        </p:txBody>
      </p:sp>
      <p:sp>
        <p:nvSpPr>
          <p:cNvPr id="20" name="AutoShape 20"/>
          <p:cNvSpPr/>
          <p:nvPr/>
        </p:nvSpPr>
        <p:spPr>
          <a:xfrm>
            <a:off x="-1459786" y="2188608"/>
            <a:ext cx="328773" cy="308225"/>
          </a:xfrm>
          <a:prstGeom prst="rect">
            <a:avLst/>
          </a:prstGeom>
          <a:solidFill>
            <a:schemeClr val="accent6">
              <a:lumMod val="20000"/>
              <a:lumOff val="80000"/>
            </a:schemeClr>
          </a:solidFill>
          <a:ln cap="flat">
            <a:noFill/>
            <a:prstDash val="solid"/>
          </a:ln>
        </p:spPr>
        <p:txBody>
          <a:bodyPr rot="0" vert="horz" wrap="square" lIns="45718" tIns="45718" rIns="45718" bIns="45718" anchor="ctr">
            <a:noAutofit/>
          </a:bodyPr>
          <a:p>
            <a:pPr marL="0" algn="ctr"/>
          </a:p>
        </p:txBody>
      </p:sp>
      <p:sp>
        <p:nvSpPr>
          <p:cNvPr id="21" name="AutoShape 21"/>
          <p:cNvSpPr/>
          <p:nvPr/>
        </p:nvSpPr>
        <p:spPr>
          <a:xfrm>
            <a:off x="-487758" y="17768"/>
            <a:ext cx="328295" cy="308225"/>
          </a:xfrm>
          <a:prstGeom prst="rect">
            <a:avLst/>
          </a:prstGeom>
          <a:solidFill>
            <a:schemeClr val="accent1">
              <a:lumMod val="75000"/>
            </a:schemeClr>
          </a:solidFill>
          <a:ln cap="flat">
            <a:noFill/>
            <a:prstDash val="solid"/>
          </a:ln>
        </p:spPr>
        <p:txBody>
          <a:bodyPr rot="0" vert="horz" wrap="square" lIns="45718" tIns="45718" rIns="45718" bIns="45718" anchor="ctr">
            <a:noAutofit/>
          </a:bodyPr>
          <a:p>
            <a:pPr marL="0" marR="0" indent="0" algn="ctr" rtl="0" fontAlgn="auto">
              <a:lnSpc>
                <a:spcPct val="100000"/>
              </a:lnSpc>
              <a:spcBef>
                <a:spcPct val="0"/>
              </a:spcBef>
              <a:spcAft>
                <a:spcPct val="0"/>
              </a:spcAft>
              <a:buNone/>
            </a:pPr>
          </a:p>
        </p:txBody>
      </p:sp>
      <p:sp>
        <p:nvSpPr>
          <p:cNvPr id="22" name="AutoShape 22"/>
          <p:cNvSpPr/>
          <p:nvPr/>
        </p:nvSpPr>
        <p:spPr>
          <a:xfrm>
            <a:off x="-487758" y="451936"/>
            <a:ext cx="328295" cy="308225"/>
          </a:xfrm>
          <a:prstGeom prst="rect">
            <a:avLst/>
          </a:prstGeom>
          <a:solidFill>
            <a:schemeClr val="accent2">
              <a:lumMod val="75000"/>
            </a:schemeClr>
          </a:solidFill>
          <a:ln cap="flat">
            <a:noFill/>
            <a:prstDash val="solid"/>
          </a:ln>
        </p:spPr>
        <p:txBody>
          <a:bodyPr rot="0" vert="horz" wrap="square" lIns="45718" tIns="45718" rIns="45718" bIns="45718" anchor="ctr">
            <a:noAutofit/>
          </a:bodyPr>
          <a:p>
            <a:pPr marL="0" marR="0" indent="0" algn="ctr" rtl="0" fontAlgn="auto">
              <a:lnSpc>
                <a:spcPct val="100000"/>
              </a:lnSpc>
              <a:spcBef>
                <a:spcPct val="0"/>
              </a:spcBef>
              <a:spcAft>
                <a:spcPct val="0"/>
              </a:spcAft>
              <a:buNone/>
            </a:pPr>
          </a:p>
        </p:txBody>
      </p:sp>
      <p:sp>
        <p:nvSpPr>
          <p:cNvPr id="23" name="AutoShape 23"/>
          <p:cNvSpPr/>
          <p:nvPr/>
        </p:nvSpPr>
        <p:spPr>
          <a:xfrm>
            <a:off x="-487758" y="886104"/>
            <a:ext cx="328295" cy="308225"/>
          </a:xfrm>
          <a:prstGeom prst="rect">
            <a:avLst/>
          </a:prstGeom>
          <a:solidFill>
            <a:schemeClr val="accent3"/>
          </a:solidFill>
          <a:ln cap="flat">
            <a:noFill/>
            <a:prstDash val="solid"/>
          </a:ln>
        </p:spPr>
        <p:txBody>
          <a:bodyPr rot="0" vert="horz" wrap="square" lIns="45718" tIns="45718" rIns="45718" bIns="45718" anchor="ctr">
            <a:noAutofit/>
          </a:bodyPr>
          <a:p>
            <a:pPr marL="0" marR="0" indent="0" algn="ctr" rtl="0" fontAlgn="auto">
              <a:lnSpc>
                <a:spcPct val="100000"/>
              </a:lnSpc>
              <a:spcBef>
                <a:spcPct val="0"/>
              </a:spcBef>
              <a:spcAft>
                <a:spcPct val="0"/>
              </a:spcAft>
              <a:buNone/>
            </a:pPr>
          </a:p>
        </p:txBody>
      </p:sp>
      <p:sp>
        <p:nvSpPr>
          <p:cNvPr id="24" name="AutoShape 24"/>
          <p:cNvSpPr/>
          <p:nvPr/>
        </p:nvSpPr>
        <p:spPr>
          <a:xfrm>
            <a:off x="-487758" y="1320272"/>
            <a:ext cx="328295" cy="308225"/>
          </a:xfrm>
          <a:prstGeom prst="rect">
            <a:avLst/>
          </a:prstGeom>
          <a:solidFill>
            <a:schemeClr val="accent4">
              <a:lumMod val="75000"/>
            </a:schemeClr>
          </a:solidFill>
          <a:ln cap="flat">
            <a:noFill/>
            <a:prstDash val="solid"/>
          </a:ln>
        </p:spPr>
        <p:txBody>
          <a:bodyPr rot="0" vert="horz" wrap="square" lIns="45718" tIns="45718" rIns="45718" bIns="45718" anchor="ctr">
            <a:noAutofit/>
          </a:bodyPr>
          <a:p>
            <a:pPr marL="0" marR="0" indent="0" algn="ctr" rtl="0" fontAlgn="auto">
              <a:lnSpc>
                <a:spcPct val="100000"/>
              </a:lnSpc>
              <a:spcBef>
                <a:spcPct val="0"/>
              </a:spcBef>
              <a:spcAft>
                <a:spcPct val="0"/>
              </a:spcAft>
              <a:buNone/>
            </a:pPr>
          </a:p>
        </p:txBody>
      </p:sp>
      <p:sp>
        <p:nvSpPr>
          <p:cNvPr id="25" name="AutoShape 25"/>
          <p:cNvSpPr/>
          <p:nvPr/>
        </p:nvSpPr>
        <p:spPr>
          <a:xfrm>
            <a:off x="-487758" y="1754440"/>
            <a:ext cx="328295" cy="308225"/>
          </a:xfrm>
          <a:prstGeom prst="rect">
            <a:avLst/>
          </a:prstGeom>
          <a:solidFill>
            <a:schemeClr val="accent5">
              <a:lumMod val="75000"/>
            </a:schemeClr>
          </a:solidFill>
          <a:ln cap="flat">
            <a:noFill/>
            <a:prstDash val="solid"/>
          </a:ln>
        </p:spPr>
        <p:txBody>
          <a:bodyPr rot="0" vert="horz" wrap="square" lIns="45718" tIns="45718" rIns="45718" bIns="45718" anchor="ctr">
            <a:noAutofit/>
          </a:bodyPr>
          <a:p>
            <a:pPr marL="0" algn="ctr"/>
          </a:p>
        </p:txBody>
      </p:sp>
      <p:sp>
        <p:nvSpPr>
          <p:cNvPr id="26" name="AutoShape 26"/>
          <p:cNvSpPr/>
          <p:nvPr/>
        </p:nvSpPr>
        <p:spPr>
          <a:xfrm>
            <a:off x="-487758" y="2188608"/>
            <a:ext cx="328295" cy="308225"/>
          </a:xfrm>
          <a:prstGeom prst="rect">
            <a:avLst/>
          </a:prstGeom>
          <a:solidFill>
            <a:schemeClr val="accent6">
              <a:lumMod val="75000"/>
            </a:schemeClr>
          </a:solidFill>
          <a:ln cap="flat">
            <a:noFill/>
            <a:prstDash val="solid"/>
          </a:ln>
        </p:spPr>
        <p:txBody>
          <a:bodyPr rot="0" vert="horz" wrap="square" lIns="45718" tIns="45718" rIns="45718" bIns="45718" anchor="ctr">
            <a:noAutofit/>
          </a:bodyPr>
          <a:p>
            <a:pPr marL="0" algn="ctr"/>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 id="2147483663" r:id="rId15"/>
    <p:sldLayoutId id="2147483664" r:id="rId16"/>
    <p:sldLayoutId id="2147483665" r:id="rId17"/>
    <p:sldLayoutId id="2147483666" r:id="rId18"/>
  </p:sldLayoutIdLst>
  <p:hf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5" Type="http://schemas.openxmlformats.org/officeDocument/2006/relationships/slideLayout" Target="../slideLayouts/slideLayout17.xml"/><Relationship Id="rId4" Type="http://schemas.openxmlformats.org/officeDocument/2006/relationships/image" Target="../media/image9.jpeg"/><Relationship Id="rId3" Type="http://schemas.openxmlformats.org/officeDocument/2006/relationships/image" Target="../media/image8.jpeg"/><Relationship Id="rId2" Type="http://schemas.openxmlformats.org/officeDocument/2006/relationships/image" Target="../media/image7.jpeg"/><Relationship Id="rId1" Type="http://schemas.openxmlformats.org/officeDocument/2006/relationships/image" Target="../media/image6.jpe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xml.rels><?xml version="1.0" encoding="UTF-8" standalone="yes"?>
<Relationships xmlns="http://schemas.openxmlformats.org/package/2006/relationships"><Relationship Id="rId2" Type="http://schemas.openxmlformats.org/officeDocument/2006/relationships/slideLayout" Target="../slideLayouts/slideLayout3.xml"/><Relationship Id="rId1" Type="http://schemas.openxmlformats.org/officeDocument/2006/relationships/image" Target="../media/image10.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2" Type="http://schemas.openxmlformats.org/officeDocument/2006/relationships/slideLayout" Target="../slideLayouts/slideLayout3.xml"/><Relationship Id="rId1" Type="http://schemas.openxmlformats.org/officeDocument/2006/relationships/image" Target="../media/image11.jpeg"/></Relationships>
</file>

<file path=ppt/slides/_rels/slide6.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image" Target="../media/image13.jpeg"/><Relationship Id="rId1" Type="http://schemas.openxmlformats.org/officeDocument/2006/relationships/image" Target="../media/image12.jpeg"/></Relationships>
</file>

<file path=ppt/slides/_rels/slide7.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image" Target="../media/image15.jpeg"/><Relationship Id="rId1" Type="http://schemas.openxmlformats.org/officeDocument/2006/relationships/image" Target="../media/image14.jpe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2" Type="http://schemas.openxmlformats.org/officeDocument/2006/relationships/slideLayout" Target="../slideLayouts/slideLayout3.xml"/><Relationship Id="rId1" Type="http://schemas.openxmlformats.org/officeDocument/2006/relationships/image" Target="../media/image16.png"/></Relationships>
</file>

<file path=ppt/slides/_rels/slide10.xml.rels><?xml version="1.0" encoding="UTF-8" standalone="yes"?>
<Relationships xmlns="http://schemas.openxmlformats.org/package/2006/relationships"><Relationship Id="rId2" Type="http://schemas.openxmlformats.org/officeDocument/2006/relationships/slideLayout" Target="../slideLayouts/slideLayout3.xml"/><Relationship Id="rId1" Type="http://schemas.openxmlformats.org/officeDocument/2006/relationships/image" Target="../media/image17.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image" Target="../media/image19.png"/><Relationship Id="rId1" Type="http://schemas.openxmlformats.org/officeDocument/2006/relationships/image" Target="../media/image18.png"/></Relationships>
</file>

<file path=ppt/slides/_rels/slide13.xml.rels><?xml version="1.0" encoding="UTF-8" standalone="yes"?>
<Relationships xmlns="http://schemas.openxmlformats.org/package/2006/relationships"><Relationship Id="rId4" Type="http://schemas.openxmlformats.org/officeDocument/2006/relationships/slideLayout" Target="../slideLayouts/slideLayout3.xml"/><Relationship Id="rId3" Type="http://schemas.openxmlformats.org/officeDocument/2006/relationships/image" Target="../media/image22.png"/><Relationship Id="rId2" Type="http://schemas.openxmlformats.org/officeDocument/2006/relationships/image" Target="../media/image21.png"/><Relationship Id="rId1" Type="http://schemas.openxmlformats.org/officeDocument/2006/relationships/image" Target="../media/image20.jpeg"/></Relationships>
</file>

<file path=ppt/slides/_rels/slide14.xml.rels><?xml version="1.0" encoding="UTF-8" standalone="yes"?>
<Relationships xmlns="http://schemas.openxmlformats.org/package/2006/relationships"><Relationship Id="rId2" Type="http://schemas.openxmlformats.org/officeDocument/2006/relationships/slideLayout" Target="../slideLayouts/slideLayout3.xml"/><Relationship Id="rId1" Type="http://schemas.openxmlformats.org/officeDocument/2006/relationships/image" Target="../media/image23.png"/></Relationships>
</file>

<file path=ppt/slides/_rels/slide15.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image" Target="../media/image25.jpeg"/><Relationship Id="rId1" Type="http://schemas.openxmlformats.org/officeDocument/2006/relationships/image" Target="../media/image24.jpeg"/></Relationships>
</file>

<file path=ppt/slides/_rels/slide16.xml.rels><?xml version="1.0" encoding="UTF-8" standalone="yes"?>
<Relationships xmlns="http://schemas.openxmlformats.org/package/2006/relationships"><Relationship Id="rId3" Type="http://schemas.openxmlformats.org/officeDocument/2006/relationships/slideLayout" Target="../slideLayouts/slideLayout17.xml"/><Relationship Id="rId2" Type="http://schemas.openxmlformats.org/officeDocument/2006/relationships/image" Target="../media/image27.png"/><Relationship Id="rId1" Type="http://schemas.openxmlformats.org/officeDocument/2006/relationships/image" Target="../media/image26.png"/></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2" name="image8.jpeg"/>
          <p:cNvPicPr>
            <a:picLocks noChangeAspect="1"/>
          </p:cNvPicPr>
          <p:nvPr/>
        </p:nvPicPr>
        <p:blipFill>
          <a:blip r:embed="rId1"/>
          <a:stretch>
            <a:fillRect/>
          </a:stretch>
        </p:blipFill>
        <p:spPr>
          <a:xfrm>
            <a:off x="2933186" y="1108861"/>
            <a:ext cx="3110446" cy="2499466"/>
          </a:xfrm>
          <a:prstGeom prst="rect">
            <a:avLst/>
          </a:prstGeom>
          <a:noFill/>
          <a:ln>
            <a:noFill/>
          </a:ln>
        </p:spPr>
      </p:pic>
      <p:pic>
        <p:nvPicPr>
          <p:cNvPr id="3" name="image9.jpeg"/>
          <p:cNvPicPr>
            <a:picLocks noChangeAspect="1"/>
          </p:cNvPicPr>
          <p:nvPr/>
        </p:nvPicPr>
        <p:blipFill>
          <a:blip r:embed="rId2"/>
          <a:stretch>
            <a:fillRect/>
          </a:stretch>
        </p:blipFill>
        <p:spPr>
          <a:xfrm>
            <a:off x="-9042" y="1108861"/>
            <a:ext cx="3015228" cy="2499466"/>
          </a:xfrm>
          <a:prstGeom prst="rect">
            <a:avLst/>
          </a:prstGeom>
          <a:noFill/>
          <a:ln>
            <a:noFill/>
          </a:ln>
        </p:spPr>
      </p:pic>
      <p:pic>
        <p:nvPicPr>
          <p:cNvPr id="4" name="image10.jpeg"/>
          <p:cNvPicPr>
            <a:picLocks noChangeAspect="1"/>
          </p:cNvPicPr>
          <p:nvPr/>
        </p:nvPicPr>
        <p:blipFill>
          <a:blip r:embed="rId3"/>
          <a:stretch>
            <a:fillRect/>
          </a:stretch>
        </p:blipFill>
        <p:spPr>
          <a:xfrm>
            <a:off x="6043631" y="1108861"/>
            <a:ext cx="3032684" cy="2501052"/>
          </a:xfrm>
          <a:prstGeom prst="rect">
            <a:avLst/>
          </a:prstGeom>
          <a:noFill/>
          <a:ln>
            <a:noFill/>
          </a:ln>
        </p:spPr>
      </p:pic>
      <p:pic>
        <p:nvPicPr>
          <p:cNvPr id="5" name="image11.jpeg"/>
          <p:cNvPicPr>
            <a:picLocks noChangeAspect="1"/>
          </p:cNvPicPr>
          <p:nvPr/>
        </p:nvPicPr>
        <p:blipFill>
          <a:blip r:embed="rId4"/>
          <a:stretch>
            <a:fillRect/>
          </a:stretch>
        </p:blipFill>
        <p:spPr>
          <a:xfrm>
            <a:off x="9076316" y="1108861"/>
            <a:ext cx="3132663" cy="2501052"/>
          </a:xfrm>
          <a:prstGeom prst="rect">
            <a:avLst/>
          </a:prstGeom>
          <a:noFill/>
          <a:ln>
            <a:noFill/>
          </a:ln>
        </p:spPr>
      </p:pic>
      <p:sp>
        <p:nvSpPr>
          <p:cNvPr id="6" name="AutoShape 6"/>
          <p:cNvSpPr/>
          <p:nvPr/>
        </p:nvSpPr>
        <p:spPr>
          <a:xfrm>
            <a:off x="551733" y="4037608"/>
            <a:ext cx="11088102" cy="635665"/>
          </a:xfrm>
          <a:prstGeom prst="rect">
            <a:avLst/>
          </a:prstGeom>
          <a:noFill/>
          <a:ln>
            <a:noFill/>
          </a:ln>
        </p:spPr>
        <p:txBody>
          <a:bodyPr vert="horz" wrap="square" lIns="92116" tIns="46058" rIns="92116" bIns="46058" anchor="ctr">
            <a:spAutoFit/>
          </a:bodyPr>
          <a:p>
            <a:pPr marL="0" algn="ctr">
              <a:lnSpc>
                <a:spcPts val="4535"/>
              </a:lnSpc>
            </a:pPr>
            <a:r>
              <a:rPr lang="en-US" sz="3600" b="1">
                <a:solidFill>
                  <a:srgbClr val="00377B"/>
                </a:solidFill>
                <a:latin typeface="微软雅黑" panose="020B0503020204020204" charset="-122"/>
                <a:ea typeface="微软雅黑" panose="020B0503020204020204" charset="-122"/>
              </a:rPr>
              <a:t>光伏协议转换单元现场安装指引</a:t>
            </a:r>
            <a:endParaRPr lang="en-US" sz="3600" b="1">
              <a:solidFill>
                <a:srgbClr val="00377B"/>
              </a:solidFill>
              <a:latin typeface="微软雅黑" panose="020B0503020204020204" charset="-122"/>
              <a:ea typeface="微软雅黑" panose="020B0503020204020204" charset="-122"/>
            </a:endParaRPr>
          </a:p>
        </p:txBody>
      </p:sp>
      <p:sp>
        <p:nvSpPr>
          <p:cNvPr id="7" name="TextBox 7"/>
          <p:cNvSpPr txBox="1"/>
          <p:nvPr/>
        </p:nvSpPr>
        <p:spPr>
          <a:xfrm>
            <a:off x="4191306" y="5562380"/>
            <a:ext cx="4032131" cy="409023"/>
          </a:xfrm>
          <a:prstGeom prst="rect">
            <a:avLst/>
          </a:prstGeom>
          <a:noFill/>
        </p:spPr>
        <p:txBody>
          <a:bodyPr vert="horz" wrap="square" lIns="91440" tIns="45720" rIns="91440" bIns="45720" rtlCol="0" anchor="t">
            <a:spAutoFit/>
          </a:bodyPr>
          <a:lstStyle/>
          <a:p>
            <a:pPr marL="0" algn="ctr">
              <a:lnSpc>
                <a:spcPts val="2720"/>
              </a:lnSpc>
              <a:defRPr/>
            </a:pPr>
            <a:r>
              <a:rPr lang="zh-CN" altLang="en-US" sz="1870" b="1">
                <a:solidFill>
                  <a:schemeClr val="tx1"/>
                </a:solidFill>
                <a:latin typeface="微软雅黑" panose="020B0503020204020204" charset="-122"/>
                <a:ea typeface="微软雅黑" panose="020B0503020204020204" charset="-122"/>
              </a:rPr>
              <a:t>2026年08月</a:t>
            </a:r>
            <a:endParaRPr lang="en-US" sz="110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extBox 2"/>
          <p:cNvSpPr txBox="1"/>
          <p:nvPr/>
        </p:nvSpPr>
        <p:spPr>
          <a:xfrm>
            <a:off x="751840" y="1099185"/>
            <a:ext cx="10699115" cy="4492625"/>
          </a:xfrm>
          <a:prstGeom prst="rect">
            <a:avLst/>
          </a:prstGeom>
          <a:noFill/>
          <a:ln>
            <a:noFill/>
          </a:ln>
        </p:spPr>
        <p:txBody>
          <a:bodyPr vert="horz" wrap="square" lIns="91440" tIns="45720" rIns="91440" bIns="45720" rtlCol="0" anchor="t">
            <a:spAutoFit/>
          </a:bodyPr>
          <a:lstStyle/>
          <a:p>
            <a:pPr marL="0" marR="0" indent="0" algn="ctr" fontAlgn="base">
              <a:lnSpc>
                <a:spcPct val="150000"/>
              </a:lnSpc>
              <a:spcBef>
                <a:spcPct val="0"/>
              </a:spcBef>
              <a:spcAft>
                <a:spcPts val="600"/>
              </a:spcAft>
              <a:buNone/>
              <a:defRPr/>
            </a:pPr>
            <a:r>
              <a:rPr lang="zh-CN" altLang="en-US" sz="2400" b="1" baseline="0">
                <a:solidFill>
                  <a:schemeClr val="bg1">
                    <a:lumMod val="50000"/>
                  </a:schemeClr>
                </a:solidFill>
                <a:effectLst/>
                <a:latin typeface="微软雅黑" panose="020B0503020204020204" charset="-122"/>
                <a:ea typeface="微软雅黑" panose="020B0503020204020204" charset="-122"/>
              </a:rPr>
              <a:t>知识产权声明</a:t>
            </a:r>
            <a:endParaRPr lang="en-US" sz="1100"/>
          </a:p>
          <a:p>
            <a:pPr marL="0" marR="0" indent="0" algn="just" fontAlgn="base">
              <a:lnSpc>
                <a:spcPct val="150000"/>
              </a:lnSpc>
              <a:spcBef>
                <a:spcPct val="0"/>
              </a:spcBef>
              <a:spcAft>
                <a:spcPct val="0"/>
              </a:spcAft>
              <a:buNone/>
            </a:pPr>
            <a:r>
              <a:rPr lang="zh-CN" altLang="en-US" sz="1800" baseline="0">
                <a:solidFill>
                  <a:schemeClr val="bg1">
                    <a:lumMod val="50000"/>
                  </a:schemeClr>
                </a:solidFill>
                <a:effectLst/>
                <a:latin typeface="微软雅黑" panose="020B0503020204020204" charset="-122"/>
                <a:ea typeface="微软雅黑" panose="020B0503020204020204" charset="-122"/>
              </a:rPr>
              <a:t>本文件的知识产权属南方电网公司所有。对本文件的使用及处置应严格遵循南方电网公司有关规定或</a:t>
            </a:r>
            <a:r>
              <a:rPr lang="zh-CN" altLang="en-US" sz="1800">
                <a:solidFill>
                  <a:schemeClr val="bg1">
                    <a:lumMod val="50000"/>
                  </a:schemeClr>
                </a:solidFill>
                <a:effectLst/>
                <a:latin typeface="微软雅黑" panose="020B0503020204020204" charset="-122"/>
                <a:ea typeface="微软雅黑" panose="020B0503020204020204" charset="-122"/>
              </a:rPr>
              <a:t>获取</a:t>
            </a:r>
            <a:r>
              <a:rPr lang="zh-CN" altLang="en-US" sz="1800" baseline="0">
                <a:solidFill>
                  <a:schemeClr val="bg1">
                    <a:lumMod val="50000"/>
                  </a:schemeClr>
                </a:solidFill>
                <a:effectLst/>
                <a:latin typeface="微软雅黑" panose="020B0503020204020204" charset="-122"/>
                <a:ea typeface="微软雅黑" panose="020B0503020204020204" charset="-122"/>
              </a:rPr>
              <a:t>本文件的合同及约定的条件和要求。未经南方电网公司事先书面同意，不得对外披露、复制。</a:t>
            </a:r>
            <a:endParaRPr lang="zh-CN" altLang="en-US" sz="1800" baseline="0">
              <a:solidFill>
                <a:schemeClr val="bg1">
                  <a:lumMod val="50000"/>
                </a:schemeClr>
              </a:solidFill>
              <a:effectLst/>
              <a:latin typeface="微软雅黑" panose="020B0503020204020204" charset="-122"/>
              <a:ea typeface="微软雅黑" panose="020B0503020204020204" charset="-122"/>
            </a:endParaRPr>
          </a:p>
          <a:p>
            <a:pPr marL="0" marR="0" indent="0" algn="just" fontAlgn="base">
              <a:lnSpc>
                <a:spcPct val="150000"/>
              </a:lnSpc>
              <a:spcBef>
                <a:spcPct val="0"/>
              </a:spcBef>
              <a:spcAft>
                <a:spcPct val="0"/>
              </a:spcAft>
              <a:buNone/>
            </a:pPr>
          </a:p>
          <a:p>
            <a:pPr marL="0" marR="0" indent="0" algn="just" fontAlgn="base">
              <a:lnSpc>
                <a:spcPct val="150000"/>
              </a:lnSpc>
              <a:spcBef>
                <a:spcPct val="0"/>
              </a:spcBef>
              <a:spcAft>
                <a:spcPct val="0"/>
              </a:spcAft>
              <a:buNone/>
            </a:pPr>
          </a:p>
          <a:p>
            <a:pPr marL="0" marR="0" indent="0" algn="ctr" fontAlgn="base">
              <a:lnSpc>
                <a:spcPct val="150000"/>
              </a:lnSpc>
              <a:spcBef>
                <a:spcPct val="0"/>
              </a:spcBef>
              <a:spcAft>
                <a:spcPts val="600"/>
              </a:spcAft>
              <a:buNone/>
            </a:pPr>
            <a:r>
              <a:rPr lang="en-US" sz="2400" b="1" i="1" baseline="0">
                <a:solidFill>
                  <a:schemeClr val="bg1">
                    <a:lumMod val="50000"/>
                  </a:schemeClr>
                </a:solidFill>
                <a:effectLst/>
                <a:latin typeface="宋体" panose="02010600030101010101" pitchFamily="2" charset="-122"/>
                <a:ea typeface="宋体" panose="02010600030101010101" pitchFamily="2" charset="-122"/>
              </a:rPr>
              <a:t>Intellectual Property Rights Statement </a:t>
            </a:r>
            <a:endParaRPr lang="en-US" sz="2400" b="1" i="1" baseline="0">
              <a:solidFill>
                <a:schemeClr val="bg1">
                  <a:lumMod val="50000"/>
                </a:schemeClr>
              </a:solidFill>
              <a:effectLst/>
              <a:latin typeface="宋体" panose="02010600030101010101" pitchFamily="2" charset="-122"/>
              <a:ea typeface="宋体" panose="02010600030101010101" pitchFamily="2" charset="-122"/>
            </a:endParaRPr>
          </a:p>
          <a:p>
            <a:pPr marL="0" marR="0" indent="0" algn="just" fontAlgn="base">
              <a:lnSpc>
                <a:spcPct val="150000"/>
              </a:lnSpc>
              <a:spcBef>
                <a:spcPct val="0"/>
              </a:spcBef>
              <a:spcAft>
                <a:spcPct val="0"/>
              </a:spcAft>
              <a:buNone/>
            </a:pPr>
            <a:r>
              <a:rPr lang="en-US" sz="1800" i="1" baseline="0">
                <a:solidFill>
                  <a:schemeClr val="bg1">
                    <a:lumMod val="50000"/>
                  </a:schemeClr>
                </a:solidFill>
                <a:effectLst/>
                <a:latin typeface="宋体" panose="02010600030101010101" pitchFamily="2" charset="-122"/>
                <a:ea typeface="宋体" panose="02010600030101010101" pitchFamily="2" charset="-122"/>
              </a:rPr>
              <a:t>This document is the property of and contains proprietary information owned by CSG and/or its related proprietor. You hereby agree to treat this document in strict accordance with the terms and conditions of the agreement under which it was provided to you. No disclosure or copy of this document is permitted without the prior written permission of CSG.</a:t>
            </a:r>
            <a:endParaRPr lang="en-US" sz="1800" i="1" baseline="0">
              <a:solidFill>
                <a:schemeClr val="bg1">
                  <a:lumMod val="50000"/>
                </a:schemeClr>
              </a:solidFill>
              <a:effectLst/>
              <a:latin typeface="宋体" panose="02010600030101010101" pitchFamily="2" charset="-122"/>
              <a:ea typeface="宋体" panose="02010600030101010101" pitchFamily="2" charset="-122"/>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extBox 2"/>
          <p:cNvSpPr txBox="1"/>
          <p:nvPr/>
        </p:nvSpPr>
        <p:spPr>
          <a:xfrm>
            <a:off x="2177416" y="1639448"/>
            <a:ext cx="1759789" cy="1934015"/>
          </a:xfrm>
          <a:prstGeom prst="rect">
            <a:avLst/>
          </a:prstGeom>
          <a:solidFill>
            <a:srgbClr val="00367A"/>
          </a:solidFill>
          <a:ln>
            <a:noFill/>
            <a:miter lim="800000"/>
          </a:ln>
        </p:spPr>
        <p:txBody>
          <a:bodyPr vert="horz" wrap="square" lIns="81635" tIns="40817" rIns="81635" bIns="40817" rtlCol="0" anchor="ctr" anchorCtr="1"/>
          <a:lstStyle/>
          <a:p>
            <a:pPr marL="0" algn="ctr" fontAlgn="base">
              <a:lnSpc>
                <a:spcPct val="90000"/>
              </a:lnSpc>
              <a:spcBef>
                <a:spcPct val="0"/>
              </a:spcBef>
              <a:spcAft>
                <a:spcPct val="0"/>
              </a:spcAft>
              <a:defRPr/>
            </a:pPr>
            <a:r>
              <a:rPr lang="zh-CN" altLang="en-US" sz="3675" b="1">
                <a:solidFill>
                  <a:schemeClr val="bg1"/>
                </a:solidFill>
                <a:latin typeface="微软雅黑" panose="020B0503020204020204" charset="-122"/>
                <a:ea typeface="微软雅黑" panose="020B0503020204020204" charset="-122"/>
              </a:rPr>
              <a:t>目</a:t>
            </a:r>
            <a:br>
              <a:rPr lang="zh-CN" altLang="en-US" sz="3675" b="1">
                <a:solidFill>
                  <a:schemeClr val="bg1"/>
                </a:solidFill>
                <a:latin typeface="微软雅黑" panose="020B0503020204020204" charset="-122"/>
                <a:ea typeface="微软雅黑" panose="020B0503020204020204" charset="-122"/>
              </a:rPr>
            </a:br>
            <a:r>
              <a:rPr lang="zh-CN" altLang="en-US" sz="3675" b="1">
                <a:solidFill>
                  <a:schemeClr val="bg1"/>
                </a:solidFill>
                <a:latin typeface="微软雅黑" panose="020B0503020204020204" charset="-122"/>
                <a:ea typeface="微软雅黑" panose="020B0503020204020204" charset="-122"/>
              </a:rPr>
              <a:t>录</a:t>
            </a:r>
            <a:endParaRPr lang="en-US" sz="1100"/>
          </a:p>
        </p:txBody>
      </p:sp>
      <p:cxnSp>
        <p:nvCxnSpPr>
          <p:cNvPr id="3" name="Connector 3"/>
          <p:cNvCxnSpPr/>
          <p:nvPr/>
        </p:nvCxnSpPr>
        <p:spPr>
          <a:xfrm rot="5400000">
            <a:off x="2582694" y="4631575"/>
            <a:ext cx="2662984" cy="1588"/>
          </a:xfrm>
          <a:prstGeom prst="line">
            <a:avLst/>
          </a:prstGeom>
          <a:ln w="38100">
            <a:gradFill>
              <a:gsLst>
                <a:gs pos="38000">
                  <a:srgbClr val="00367A"/>
                </a:gs>
                <a:gs pos="100000">
                  <a:srgbClr val="023098"/>
                </a:gs>
              </a:gsLst>
              <a:lin ang="5400000"/>
            </a:gradFill>
          </a:ln>
        </p:spPr>
      </p:cxnSp>
      <p:grpSp>
        <p:nvGrpSpPr>
          <p:cNvPr id="4" name="Group 4"/>
          <p:cNvGrpSpPr/>
          <p:nvPr/>
        </p:nvGrpSpPr>
        <p:grpSpPr>
          <a:xfrm>
            <a:off x="5461318" y="2309987"/>
            <a:ext cx="3883343" cy="466725"/>
            <a:chOff x="6334" y="1596"/>
            <a:chExt cx="8154" cy="1247"/>
          </a:xfrm>
        </p:grpSpPr>
        <p:sp>
          <p:nvSpPr>
            <p:cNvPr id="5" name="AutoShape 5"/>
            <p:cNvSpPr/>
            <p:nvPr/>
          </p:nvSpPr>
          <p:spPr>
            <a:xfrm>
              <a:off x="8037" y="1596"/>
              <a:ext cx="6451" cy="1247"/>
            </a:xfrm>
            <a:prstGeom prst="rect">
              <a:avLst/>
            </a:prstGeom>
            <a:solidFill>
              <a:srgbClr val="00367A"/>
            </a:solidFill>
            <a:ln>
              <a:noFill/>
            </a:ln>
          </p:spPr>
          <p:txBody>
            <a:bodyPr vert="horz" wrap="square" lIns="68580" tIns="34290" rIns="68580" bIns="34290" anchor="ctr">
              <a:normAutofit/>
            </a:bodyPr>
            <a:p>
              <a:pPr marL="0" algn="l" fontAlgn="auto">
                <a:spcBef>
                  <a:spcPct val="0"/>
                </a:spcBef>
                <a:spcAft>
                  <a:spcPct val="0"/>
                </a:spcAft>
              </a:pPr>
              <a:r>
                <a:rPr lang="en-US" sz="1500" b="1">
                  <a:solidFill>
                    <a:schemeClr val="bg1"/>
                  </a:solidFill>
                  <a:latin typeface="微软雅黑" panose="020B0503020204020204" charset="-122"/>
                  <a:ea typeface="微软雅黑" panose="020B0503020204020204" charset="-122"/>
                </a:rPr>
                <a:t>前期勘测</a:t>
              </a:r>
              <a:endParaRPr lang="en-US" sz="1500" b="1">
                <a:solidFill>
                  <a:schemeClr val="bg1"/>
                </a:solidFill>
                <a:latin typeface="微软雅黑" panose="020B0503020204020204" charset="-122"/>
                <a:ea typeface="微软雅黑" panose="020B0503020204020204" charset="-122"/>
              </a:endParaRPr>
            </a:p>
          </p:txBody>
        </p:sp>
        <p:sp>
          <p:nvSpPr>
            <p:cNvPr id="6" name="AutoShape 6"/>
            <p:cNvSpPr/>
            <p:nvPr/>
          </p:nvSpPr>
          <p:spPr>
            <a:xfrm>
              <a:off x="6334" y="1596"/>
              <a:ext cx="1247" cy="1247"/>
            </a:xfrm>
            <a:prstGeom prst="rect">
              <a:avLst/>
            </a:prstGeom>
            <a:solidFill>
              <a:srgbClr val="00367A"/>
            </a:solidFill>
            <a:ln>
              <a:noFill/>
            </a:ln>
          </p:spPr>
          <p:txBody>
            <a:bodyPr vert="horz" wrap="square" lIns="68580" tIns="34290" rIns="68580" bIns="34290" anchor="ctr">
              <a:normAutofit/>
            </a:bodyPr>
            <a:p>
              <a:pPr marL="0" algn="ctr" fontAlgn="auto">
                <a:spcBef>
                  <a:spcPct val="0"/>
                </a:spcBef>
                <a:spcAft>
                  <a:spcPct val="0"/>
                </a:spcAft>
              </a:pPr>
              <a:r>
                <a:rPr lang="en-US" sz="1500" b="1" spc="300">
                  <a:solidFill>
                    <a:schemeClr val="bg1"/>
                  </a:solidFill>
                  <a:effectLst/>
                  <a:latin typeface="微软雅黑" panose="020B0503020204020204" charset="-122"/>
                  <a:ea typeface="微软雅黑" panose="020B0503020204020204" charset="-122"/>
                </a:rPr>
                <a:t>一</a:t>
              </a:r>
              <a:endParaRPr lang="en-US" sz="1500" b="1" spc="300">
                <a:solidFill>
                  <a:schemeClr val="bg1"/>
                </a:solidFill>
                <a:effectLst/>
                <a:latin typeface="微软雅黑" panose="020B0503020204020204" charset="-122"/>
                <a:ea typeface="微软雅黑" panose="020B0503020204020204" charset="-122"/>
              </a:endParaRPr>
            </a:p>
          </p:txBody>
        </p:sp>
      </p:grpSp>
      <p:grpSp>
        <p:nvGrpSpPr>
          <p:cNvPr id="7" name="Group 7"/>
          <p:cNvGrpSpPr/>
          <p:nvPr/>
        </p:nvGrpSpPr>
        <p:grpSpPr>
          <a:xfrm>
            <a:off x="5461635" y="3158188"/>
            <a:ext cx="3872458" cy="466725"/>
            <a:chOff x="6786" y="4039"/>
            <a:chExt cx="8012" cy="980"/>
          </a:xfrm>
          <a:solidFill>
            <a:srgbClr val="00367A"/>
          </a:solidFill>
        </p:grpSpPr>
        <p:grpSp>
          <p:nvGrpSpPr>
            <p:cNvPr id="8" name="Group 8"/>
            <p:cNvGrpSpPr/>
            <p:nvPr/>
          </p:nvGrpSpPr>
          <p:grpSpPr>
            <a:xfrm>
              <a:off x="7083" y="4039"/>
              <a:ext cx="7715" cy="980"/>
              <a:chOff x="6243" y="11097"/>
              <a:chExt cx="7186" cy="1665"/>
            </a:xfrm>
            <a:grpFill/>
          </p:grpSpPr>
          <p:sp>
            <p:nvSpPr>
              <p:cNvPr id="9" name="Freeform 9"/>
              <p:cNvSpPr/>
              <p:nvPr/>
            </p:nvSpPr>
            <p:spPr>
              <a:xfrm>
                <a:off x="6243" y="11725"/>
                <a:ext cx="717" cy="533"/>
              </a:xfrm>
              <a:custGeom>
                <a:avLst/>
                <a:gdLst/>
                <a:ahLst/>
                <a:cxnLst/>
                <a:rect l="l" t="t" r="r" b="b"/>
                <a:pathLst>
                  <a:path w="210" h="210">
                    <a:moveTo>
                      <a:pt x="68" y="36"/>
                    </a:moveTo>
                    <a:lnTo>
                      <a:pt x="68" y="24"/>
                    </a:lnTo>
                    <a:lnTo>
                      <a:pt x="42" y="24"/>
                    </a:lnTo>
                    <a:lnTo>
                      <a:pt x="42" y="61"/>
                    </a:lnTo>
                    <a:lnTo>
                      <a:pt x="52" y="52"/>
                    </a:lnTo>
                    <a:lnTo>
                      <a:pt x="0" y="104"/>
                    </a:lnTo>
                    <a:lnTo>
                      <a:pt x="23" y="104"/>
                    </a:lnTo>
                    <a:lnTo>
                      <a:pt x="23" y="210"/>
                    </a:lnTo>
                    <a:lnTo>
                      <a:pt x="54" y="210"/>
                    </a:lnTo>
                    <a:lnTo>
                      <a:pt x="54" y="137"/>
                    </a:lnTo>
                    <a:lnTo>
                      <a:pt x="85" y="137"/>
                    </a:lnTo>
                    <a:lnTo>
                      <a:pt x="85" y="210"/>
                    </a:lnTo>
                    <a:lnTo>
                      <a:pt x="186" y="210"/>
                    </a:lnTo>
                    <a:lnTo>
                      <a:pt x="186" y="104"/>
                    </a:lnTo>
                    <a:lnTo>
                      <a:pt x="210" y="104"/>
                    </a:lnTo>
                    <a:lnTo>
                      <a:pt x="158" y="52"/>
                    </a:lnTo>
                    <a:lnTo>
                      <a:pt x="106" y="0"/>
                    </a:lnTo>
                    <a:lnTo>
                      <a:pt x="68" y="36"/>
                    </a:lnTo>
                    <a:close/>
                    <a:moveTo>
                      <a:pt x="125" y="158"/>
                    </a:moveTo>
                    <a:lnTo>
                      <a:pt x="125" y="118"/>
                    </a:lnTo>
                    <a:lnTo>
                      <a:pt x="170" y="118"/>
                    </a:lnTo>
                    <a:lnTo>
                      <a:pt x="170" y="158"/>
                    </a:lnTo>
                    <a:lnTo>
                      <a:pt x="125" y="158"/>
                    </a:lnTo>
                    <a:close/>
                  </a:path>
                </a:pathLst>
              </a:custGeom>
              <a:grpFill/>
              <a:ln w="6350" cap="flat" cmpd="sng">
                <a:prstDash val="solid"/>
              </a:ln>
            </p:spPr>
            <p:txBody>
              <a:bodyPr vert="horz" wrap="square" lIns="81635" tIns="40817" rIns="81635" bIns="40817" anchor="ctr">
                <a:normAutofit/>
              </a:bodyPr>
              <a:p>
                <a:pPr marL="0" algn="ctr" fontAlgn="auto">
                  <a:spcBef>
                    <a:spcPct val="0"/>
                  </a:spcBef>
                  <a:spcAft>
                    <a:spcPct val="0"/>
                  </a:spcAft>
                </a:pPr>
              </a:p>
            </p:txBody>
          </p:sp>
          <p:sp>
            <p:nvSpPr>
              <p:cNvPr id="10" name="AutoShape 10"/>
              <p:cNvSpPr/>
              <p:nvPr/>
            </p:nvSpPr>
            <p:spPr>
              <a:xfrm>
                <a:off x="7552" y="11097"/>
                <a:ext cx="5877" cy="1665"/>
              </a:xfrm>
              <a:prstGeom prst="rect">
                <a:avLst/>
              </a:prstGeom>
              <a:grpFill/>
              <a:ln w="6350" cap="flat" cmpd="sng">
                <a:prstDash val="solid"/>
              </a:ln>
            </p:spPr>
            <p:txBody>
              <a:bodyPr vert="horz" wrap="square" lIns="81635" tIns="40817" rIns="81635" bIns="40817" anchor="ctr">
                <a:normAutofit/>
              </a:bodyPr>
              <a:p>
                <a:pPr marL="0" algn="l" fontAlgn="auto">
                  <a:spcBef>
                    <a:spcPct val="0"/>
                  </a:spcBef>
                  <a:spcAft>
                    <a:spcPct val="0"/>
                  </a:spcAft>
                </a:pPr>
                <a:r>
                  <a:rPr lang="en-US" sz="1500" b="1">
                    <a:solidFill>
                      <a:schemeClr val="bg1"/>
                    </a:solidFill>
                    <a:latin typeface="微软雅黑" panose="020B0503020204020204" charset="-122"/>
                    <a:ea typeface="微软雅黑" panose="020B0503020204020204" charset="-122"/>
                  </a:rPr>
                  <a:t>设备介绍</a:t>
                </a:r>
                <a:endParaRPr lang="en-US" sz="1500" b="1">
                  <a:solidFill>
                    <a:schemeClr val="bg1"/>
                  </a:solidFill>
                  <a:latin typeface="微软雅黑" panose="020B0503020204020204" charset="-122"/>
                  <a:ea typeface="微软雅黑" panose="020B0503020204020204" charset="-122"/>
                </a:endParaRPr>
              </a:p>
            </p:txBody>
          </p:sp>
        </p:grpSp>
        <p:sp>
          <p:nvSpPr>
            <p:cNvPr id="11" name="AutoShape 11"/>
            <p:cNvSpPr/>
            <p:nvPr/>
          </p:nvSpPr>
          <p:spPr>
            <a:xfrm>
              <a:off x="6786" y="4039"/>
              <a:ext cx="1247" cy="980"/>
            </a:xfrm>
            <a:prstGeom prst="rect">
              <a:avLst/>
            </a:prstGeom>
            <a:grpFill/>
            <a:ln w="6350" cap="flat" cmpd="sng">
              <a:prstDash val="solid"/>
            </a:ln>
          </p:spPr>
          <p:txBody>
            <a:bodyPr vert="horz" wrap="square" lIns="81635" tIns="40817" rIns="81635" bIns="40817" anchor="ctr">
              <a:normAutofit/>
            </a:bodyPr>
            <a:p>
              <a:pPr marL="0" algn="ctr" fontAlgn="auto">
                <a:spcBef>
                  <a:spcPct val="0"/>
                </a:spcBef>
                <a:spcAft>
                  <a:spcPct val="0"/>
                </a:spcAft>
              </a:pPr>
              <a:r>
                <a:rPr lang="en-US" sz="1500" b="1" spc="300">
                  <a:solidFill>
                    <a:schemeClr val="bg1"/>
                  </a:solidFill>
                  <a:effectLst/>
                  <a:latin typeface="微软雅黑" panose="020B0503020204020204" charset="-122"/>
                  <a:ea typeface="微软雅黑" panose="020B0503020204020204" charset="-122"/>
                </a:rPr>
                <a:t>二</a:t>
              </a:r>
              <a:endParaRPr lang="en-US" sz="1500" b="1" spc="300">
                <a:solidFill>
                  <a:schemeClr val="bg1"/>
                </a:solidFill>
                <a:effectLst/>
                <a:latin typeface="微软雅黑" panose="020B0503020204020204" charset="-122"/>
                <a:ea typeface="微软雅黑" panose="020B0503020204020204" charset="-122"/>
              </a:endParaRPr>
            </a:p>
          </p:txBody>
        </p:sp>
      </p:grpSp>
      <p:grpSp>
        <p:nvGrpSpPr>
          <p:cNvPr id="12" name="Group 12"/>
          <p:cNvGrpSpPr/>
          <p:nvPr/>
        </p:nvGrpSpPr>
        <p:grpSpPr>
          <a:xfrm>
            <a:off x="5461318" y="4006389"/>
            <a:ext cx="3882908" cy="466725"/>
            <a:chOff x="6786" y="5537"/>
            <a:chExt cx="8153" cy="980"/>
          </a:xfrm>
          <a:solidFill>
            <a:srgbClr val="00367A"/>
          </a:solidFill>
        </p:grpSpPr>
        <p:grpSp>
          <p:nvGrpSpPr>
            <p:cNvPr id="13" name="Group 13"/>
            <p:cNvGrpSpPr/>
            <p:nvPr/>
          </p:nvGrpSpPr>
          <p:grpSpPr>
            <a:xfrm>
              <a:off x="7083" y="5537"/>
              <a:ext cx="7856" cy="980"/>
              <a:chOff x="6243" y="11097"/>
              <a:chExt cx="7317" cy="1665"/>
            </a:xfrm>
            <a:grpFill/>
          </p:grpSpPr>
          <p:sp>
            <p:nvSpPr>
              <p:cNvPr id="14" name="Freeform 14"/>
              <p:cNvSpPr/>
              <p:nvPr/>
            </p:nvSpPr>
            <p:spPr>
              <a:xfrm>
                <a:off x="6243" y="11725"/>
                <a:ext cx="717" cy="533"/>
              </a:xfrm>
              <a:custGeom>
                <a:avLst/>
                <a:gdLst/>
                <a:ahLst/>
                <a:cxnLst/>
                <a:rect l="l" t="t" r="r" b="b"/>
                <a:pathLst>
                  <a:path w="210" h="210">
                    <a:moveTo>
                      <a:pt x="68" y="36"/>
                    </a:moveTo>
                    <a:lnTo>
                      <a:pt x="68" y="24"/>
                    </a:lnTo>
                    <a:lnTo>
                      <a:pt x="42" y="24"/>
                    </a:lnTo>
                    <a:lnTo>
                      <a:pt x="42" y="61"/>
                    </a:lnTo>
                    <a:lnTo>
                      <a:pt x="52" y="52"/>
                    </a:lnTo>
                    <a:lnTo>
                      <a:pt x="0" y="104"/>
                    </a:lnTo>
                    <a:lnTo>
                      <a:pt x="23" y="104"/>
                    </a:lnTo>
                    <a:lnTo>
                      <a:pt x="23" y="210"/>
                    </a:lnTo>
                    <a:lnTo>
                      <a:pt x="54" y="210"/>
                    </a:lnTo>
                    <a:lnTo>
                      <a:pt x="54" y="137"/>
                    </a:lnTo>
                    <a:lnTo>
                      <a:pt x="85" y="137"/>
                    </a:lnTo>
                    <a:lnTo>
                      <a:pt x="85" y="210"/>
                    </a:lnTo>
                    <a:lnTo>
                      <a:pt x="186" y="210"/>
                    </a:lnTo>
                    <a:lnTo>
                      <a:pt x="186" y="104"/>
                    </a:lnTo>
                    <a:lnTo>
                      <a:pt x="210" y="104"/>
                    </a:lnTo>
                    <a:lnTo>
                      <a:pt x="158" y="52"/>
                    </a:lnTo>
                    <a:lnTo>
                      <a:pt x="106" y="0"/>
                    </a:lnTo>
                    <a:lnTo>
                      <a:pt x="68" y="36"/>
                    </a:lnTo>
                    <a:close/>
                    <a:moveTo>
                      <a:pt x="125" y="158"/>
                    </a:moveTo>
                    <a:lnTo>
                      <a:pt x="125" y="118"/>
                    </a:lnTo>
                    <a:lnTo>
                      <a:pt x="170" y="118"/>
                    </a:lnTo>
                    <a:lnTo>
                      <a:pt x="170" y="158"/>
                    </a:lnTo>
                    <a:lnTo>
                      <a:pt x="125" y="158"/>
                    </a:lnTo>
                    <a:close/>
                  </a:path>
                </a:pathLst>
              </a:custGeom>
              <a:grpFill/>
              <a:ln>
                <a:noFill/>
                <a:miter lim="800000"/>
              </a:ln>
            </p:spPr>
            <p:txBody>
              <a:bodyPr vert="horz" wrap="square" lIns="81635" tIns="40817" rIns="81635" bIns="40817" anchor="ctr">
                <a:normAutofit/>
              </a:bodyPr>
              <a:p>
                <a:pPr marL="0" algn="l" fontAlgn="auto">
                  <a:spcBef>
                    <a:spcPct val="0"/>
                  </a:spcBef>
                  <a:spcAft>
                    <a:spcPct val="0"/>
                  </a:spcAft>
                </a:pPr>
              </a:p>
            </p:txBody>
          </p:sp>
          <p:sp>
            <p:nvSpPr>
              <p:cNvPr id="15" name="AutoShape 15"/>
              <p:cNvSpPr/>
              <p:nvPr/>
            </p:nvSpPr>
            <p:spPr>
              <a:xfrm>
                <a:off x="7552" y="11097"/>
                <a:ext cx="6008" cy="1665"/>
              </a:xfrm>
              <a:prstGeom prst="rect">
                <a:avLst/>
              </a:prstGeom>
              <a:grpFill/>
              <a:ln>
                <a:noFill/>
                <a:miter lim="800000"/>
              </a:ln>
            </p:spPr>
            <p:txBody>
              <a:bodyPr vert="horz" wrap="square" lIns="81635" tIns="40817" rIns="81635" bIns="40817" anchor="ctr">
                <a:normAutofit/>
              </a:bodyPr>
              <a:p>
                <a:pPr marL="0" algn="l" fontAlgn="auto">
                  <a:spcBef>
                    <a:spcPct val="0"/>
                  </a:spcBef>
                  <a:spcAft>
                    <a:spcPct val="0"/>
                  </a:spcAft>
                </a:pPr>
                <a:r>
                  <a:rPr lang="en-US" sz="1500" b="1">
                    <a:solidFill>
                      <a:schemeClr val="bg1"/>
                    </a:solidFill>
                    <a:latin typeface="微软雅黑" panose="020B0503020204020204" charset="-122"/>
                    <a:ea typeface="微软雅黑" panose="020B0503020204020204" charset="-122"/>
                  </a:rPr>
                  <a:t>现场安装</a:t>
                </a:r>
                <a:endParaRPr lang="en-US" sz="1500" b="1">
                  <a:solidFill>
                    <a:schemeClr val="bg1"/>
                  </a:solidFill>
                  <a:latin typeface="微软雅黑" panose="020B0503020204020204" charset="-122"/>
                  <a:ea typeface="微软雅黑" panose="020B0503020204020204" charset="-122"/>
                </a:endParaRPr>
              </a:p>
            </p:txBody>
          </p:sp>
        </p:grpSp>
        <p:sp>
          <p:nvSpPr>
            <p:cNvPr id="16" name="AutoShape 16"/>
            <p:cNvSpPr/>
            <p:nvPr/>
          </p:nvSpPr>
          <p:spPr>
            <a:xfrm>
              <a:off x="6786" y="5537"/>
              <a:ext cx="1247" cy="980"/>
            </a:xfrm>
            <a:prstGeom prst="rect">
              <a:avLst/>
            </a:prstGeom>
            <a:grpFill/>
            <a:ln>
              <a:noFill/>
              <a:miter lim="800000"/>
            </a:ln>
          </p:spPr>
          <p:txBody>
            <a:bodyPr vert="horz" wrap="square" lIns="81635" tIns="40817" rIns="81635" bIns="40817" anchor="ctr">
              <a:normAutofit/>
            </a:bodyPr>
            <a:p>
              <a:pPr marL="0" algn="ctr" fontAlgn="auto">
                <a:spcBef>
                  <a:spcPct val="0"/>
                </a:spcBef>
                <a:spcAft>
                  <a:spcPct val="0"/>
                </a:spcAft>
              </a:pPr>
              <a:r>
                <a:rPr lang="en-US" sz="1500" b="1" spc="300">
                  <a:solidFill>
                    <a:schemeClr val="bg1"/>
                  </a:solidFill>
                  <a:effectLst/>
                  <a:latin typeface="微软雅黑" panose="020B0503020204020204" charset="-122"/>
                  <a:ea typeface="微软雅黑" panose="020B0503020204020204" charset="-122"/>
                </a:rPr>
                <a:t>三</a:t>
              </a:r>
              <a:endParaRPr lang="en-US" sz="1500" b="1" spc="300">
                <a:solidFill>
                  <a:schemeClr val="bg1"/>
                </a:solidFill>
                <a:effectLst/>
                <a:latin typeface="微软雅黑" panose="020B0503020204020204" charset="-122"/>
                <a:ea typeface="微软雅黑" panose="020B0503020204020204" charset="-122"/>
              </a:endParaRPr>
            </a:p>
          </p:txBody>
        </p:sp>
      </p:grpSp>
      <p:pic>
        <p:nvPicPr>
          <p:cNvPr id="22" name="image12.png"/>
          <p:cNvPicPr>
            <a:picLocks noChangeAspect="1"/>
          </p:cNvPicPr>
          <p:nvPr/>
        </p:nvPicPr>
        <p:blipFill>
          <a:blip r:embed="rId1"/>
          <a:stretch>
            <a:fillRect/>
          </a:stretch>
        </p:blipFill>
        <p:spPr>
          <a:xfrm>
            <a:off x="2547620" y="3928110"/>
            <a:ext cx="908050" cy="2462530"/>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AutoShape 2"/>
          <p:cNvSpPr/>
          <p:nvPr>
            <p:ph type="title" idx="4294967295"/>
          </p:nvPr>
        </p:nvSpPr>
        <p:spPr>
          <a:xfrm>
            <a:off x="5192452" y="2533650"/>
            <a:ext cx="5726560" cy="895350"/>
          </a:xfrm>
        </p:spPr>
        <p:txBody>
          <a:bodyPr vert="horz" lIns="91440" tIns="45720" rIns="91440" bIns="45720" anchor="b">
            <a:normAutofit/>
          </a:bodyPr>
          <a:p>
            <a:pPr algn="l">
              <a:lnSpc>
                <a:spcPct val="90000"/>
              </a:lnSpc>
              <a:spcBef>
                <a:spcPct val="0"/>
              </a:spcBef>
            </a:pPr>
            <a:r>
              <a:rPr lang="en-US" sz="2800" b="1">
                <a:solidFill>
                  <a:schemeClr val="accent3"/>
                </a:solidFill>
                <a:latin typeface="Arial" panose="020B0604020202020204"/>
                <a:ea typeface="Arial" panose="020B0604020202020204"/>
              </a:rPr>
              <a:t>前期勘测</a:t>
            </a:r>
            <a:endParaRPr lang="en-US" sz="2800" b="1">
              <a:solidFill>
                <a:schemeClr val="accent3"/>
              </a:solidFill>
              <a:latin typeface="Arial" panose="020B0604020202020204"/>
              <a:ea typeface="Arial" panose="020B0604020202020204"/>
            </a:endParaRPr>
          </a:p>
        </p:txBody>
      </p:sp>
      <p:sp>
        <p:nvSpPr>
          <p:cNvPr id="3" name="Freeform 3"/>
          <p:cNvSpPr/>
          <p:nvPr/>
        </p:nvSpPr>
        <p:spPr>
          <a:xfrm rot="5400000">
            <a:off x="4330286" y="-1035543"/>
            <a:ext cx="3563258" cy="12223827"/>
          </a:xfrm>
          <a:custGeom>
            <a:avLst/>
            <a:gdLst/>
            <a:ahLst/>
            <a:cxnLst/>
            <a:rect l="l" t="t" r="r" b="b"/>
            <a:pathLst>
              <a:path w="2822561" h="6318943">
                <a:moveTo>
                  <a:pt x="5615" y="5615"/>
                </a:moveTo>
                <a:cubicBezTo>
                  <a:pt x="5615" y="5615"/>
                  <a:pt x="48291" y="914525"/>
                  <a:pt x="519217" y="1278388"/>
                </a:cubicBezTo>
                <a:cubicBezTo>
                  <a:pt x="990143" y="1642251"/>
                  <a:pt x="1502995" y="1898303"/>
                  <a:pt x="1385451" y="2658224"/>
                </a:cubicBezTo>
                <a:cubicBezTo>
                  <a:pt x="1267907" y="3417395"/>
                  <a:pt x="808211" y="3534940"/>
                  <a:pt x="796981" y="4230473"/>
                </a:cubicBezTo>
                <a:cubicBezTo>
                  <a:pt x="786499" y="4925257"/>
                  <a:pt x="1096457" y="5128901"/>
                  <a:pt x="1011106" y="5545921"/>
                </a:cubicBezTo>
                <a:cubicBezTo>
                  <a:pt x="925755" y="5962942"/>
                  <a:pt x="358997" y="6315574"/>
                  <a:pt x="358997" y="6315574"/>
                </a:cubicBezTo>
                <a:lnTo>
                  <a:pt x="2818444" y="6315574"/>
                </a:lnTo>
                <a:lnTo>
                  <a:pt x="2818444" y="5615"/>
                </a:lnTo>
                <a:lnTo>
                  <a:pt x="5615" y="5615"/>
                </a:lnTo>
                <a:close/>
              </a:path>
            </a:pathLst>
          </a:custGeom>
          <a:solidFill>
            <a:schemeClr val="accent1">
              <a:alpha val="26000"/>
            </a:schemeClr>
          </a:solidFill>
          <a:ln cap="flat">
            <a:noFill/>
            <a:prstDash val="solid"/>
            <a:miter lim="800000"/>
          </a:ln>
          <a:effectLst/>
        </p:spPr>
        <p:txBody>
          <a:bodyPr vert="horz" lIns="91440" tIns="45720" rIns="91440" bIns="45720" anchor="ctr">
            <a:normAutofit/>
          </a:bodyPr>
          <a:p>
            <a:pPr marL="0" algn="l"/>
          </a:p>
        </p:txBody>
      </p:sp>
      <p:sp>
        <p:nvSpPr>
          <p:cNvPr id="4" name="Freeform 4"/>
          <p:cNvSpPr/>
          <p:nvPr/>
        </p:nvSpPr>
        <p:spPr>
          <a:xfrm rot="5400000">
            <a:off x="4387805" y="-978024"/>
            <a:ext cx="3448220" cy="12223827"/>
          </a:xfrm>
          <a:custGeom>
            <a:avLst/>
            <a:gdLst/>
            <a:ahLst/>
            <a:cxnLst/>
            <a:rect l="l" t="t" r="r" b="b"/>
            <a:pathLst>
              <a:path w="2822561" h="6318943">
                <a:moveTo>
                  <a:pt x="5615" y="5615"/>
                </a:moveTo>
                <a:cubicBezTo>
                  <a:pt x="5615" y="5615"/>
                  <a:pt x="48291" y="914525"/>
                  <a:pt x="519217" y="1278388"/>
                </a:cubicBezTo>
                <a:cubicBezTo>
                  <a:pt x="990143" y="1642251"/>
                  <a:pt x="1502995" y="1898303"/>
                  <a:pt x="1385451" y="2658224"/>
                </a:cubicBezTo>
                <a:cubicBezTo>
                  <a:pt x="1267907" y="3417395"/>
                  <a:pt x="808211" y="3534940"/>
                  <a:pt x="796981" y="4230473"/>
                </a:cubicBezTo>
                <a:cubicBezTo>
                  <a:pt x="786499" y="4925257"/>
                  <a:pt x="1096457" y="5128901"/>
                  <a:pt x="1011106" y="5545921"/>
                </a:cubicBezTo>
                <a:cubicBezTo>
                  <a:pt x="925755" y="5962942"/>
                  <a:pt x="358997" y="6315574"/>
                  <a:pt x="358997" y="6315574"/>
                </a:cubicBezTo>
                <a:lnTo>
                  <a:pt x="2818444" y="6315574"/>
                </a:lnTo>
                <a:lnTo>
                  <a:pt x="2818444" y="5615"/>
                </a:lnTo>
                <a:lnTo>
                  <a:pt x="5615" y="5615"/>
                </a:lnTo>
                <a:close/>
              </a:path>
            </a:pathLst>
          </a:custGeom>
          <a:solidFill>
            <a:schemeClr val="accent2"/>
          </a:solidFill>
          <a:ln cap="flat">
            <a:noFill/>
            <a:prstDash val="solid"/>
            <a:miter lim="800000"/>
          </a:ln>
          <a:effectLst/>
        </p:spPr>
        <p:txBody>
          <a:bodyPr vert="horz" lIns="91440" tIns="45720" rIns="91440" bIns="45720" anchor="ctr">
            <a:normAutofit/>
          </a:bodyPr>
          <a:p>
            <a:pPr marL="0" algn="l"/>
          </a:p>
        </p:txBody>
      </p:sp>
      <p:sp>
        <p:nvSpPr>
          <p:cNvPr id="5" name="Freeform 5"/>
          <p:cNvSpPr/>
          <p:nvPr/>
        </p:nvSpPr>
        <p:spPr>
          <a:xfrm rot="5400000">
            <a:off x="4523093" y="-842735"/>
            <a:ext cx="3177641" cy="12223827"/>
          </a:xfrm>
          <a:custGeom>
            <a:avLst/>
            <a:gdLst/>
            <a:ahLst/>
            <a:cxnLst/>
            <a:rect l="l" t="t" r="r" b="b"/>
            <a:pathLst>
              <a:path w="2822561" h="6318943">
                <a:moveTo>
                  <a:pt x="5615" y="5615"/>
                </a:moveTo>
                <a:cubicBezTo>
                  <a:pt x="5615" y="5615"/>
                  <a:pt x="48291" y="914525"/>
                  <a:pt x="519217" y="1278388"/>
                </a:cubicBezTo>
                <a:cubicBezTo>
                  <a:pt x="990143" y="1642251"/>
                  <a:pt x="1502995" y="1898303"/>
                  <a:pt x="1385451" y="2658224"/>
                </a:cubicBezTo>
                <a:cubicBezTo>
                  <a:pt x="1267907" y="3417395"/>
                  <a:pt x="808211" y="3534940"/>
                  <a:pt x="796981" y="4230473"/>
                </a:cubicBezTo>
                <a:cubicBezTo>
                  <a:pt x="786499" y="4925257"/>
                  <a:pt x="1096457" y="5128901"/>
                  <a:pt x="1011106" y="5545921"/>
                </a:cubicBezTo>
                <a:cubicBezTo>
                  <a:pt x="925755" y="5962942"/>
                  <a:pt x="358997" y="6315574"/>
                  <a:pt x="358997" y="6315574"/>
                </a:cubicBezTo>
                <a:lnTo>
                  <a:pt x="2818444" y="6315574"/>
                </a:lnTo>
                <a:lnTo>
                  <a:pt x="2818444" y="5615"/>
                </a:lnTo>
                <a:lnTo>
                  <a:pt x="5615" y="5615"/>
                </a:lnTo>
                <a:close/>
              </a:path>
            </a:pathLst>
          </a:custGeom>
          <a:solidFill>
            <a:schemeClr val="accent3"/>
          </a:solidFill>
          <a:ln cap="flat">
            <a:noFill/>
            <a:prstDash val="solid"/>
            <a:miter lim="800000"/>
          </a:ln>
          <a:effectLst/>
        </p:spPr>
        <p:txBody>
          <a:bodyPr vert="horz" lIns="91440" tIns="45720" rIns="91440" bIns="45720" anchor="ctr">
            <a:normAutofit/>
          </a:bodyPr>
          <a:p>
            <a:pPr marL="0" algn="l"/>
          </a:p>
        </p:txBody>
      </p:sp>
      <p:sp>
        <p:nvSpPr>
          <p:cNvPr id="6" name="Freeform 6"/>
          <p:cNvSpPr/>
          <p:nvPr/>
        </p:nvSpPr>
        <p:spPr>
          <a:xfrm rot="5400000">
            <a:off x="4688216" y="-677612"/>
            <a:ext cx="2847395" cy="12223827"/>
          </a:xfrm>
          <a:custGeom>
            <a:avLst/>
            <a:gdLst/>
            <a:ahLst/>
            <a:cxnLst/>
            <a:rect l="l" t="t" r="r" b="b"/>
            <a:pathLst>
              <a:path w="2822561" h="6318943">
                <a:moveTo>
                  <a:pt x="5615" y="5615"/>
                </a:moveTo>
                <a:cubicBezTo>
                  <a:pt x="5615" y="5615"/>
                  <a:pt x="48291" y="914525"/>
                  <a:pt x="519217" y="1278388"/>
                </a:cubicBezTo>
                <a:cubicBezTo>
                  <a:pt x="990143" y="1642251"/>
                  <a:pt x="1502995" y="1898303"/>
                  <a:pt x="1385451" y="2658224"/>
                </a:cubicBezTo>
                <a:cubicBezTo>
                  <a:pt x="1267907" y="3417395"/>
                  <a:pt x="808211" y="3534940"/>
                  <a:pt x="796981" y="4230473"/>
                </a:cubicBezTo>
                <a:cubicBezTo>
                  <a:pt x="786499" y="4925257"/>
                  <a:pt x="1096457" y="5128901"/>
                  <a:pt x="1011106" y="5545921"/>
                </a:cubicBezTo>
                <a:cubicBezTo>
                  <a:pt x="925755" y="5962942"/>
                  <a:pt x="358997" y="6315574"/>
                  <a:pt x="358997" y="6315574"/>
                </a:cubicBezTo>
                <a:lnTo>
                  <a:pt x="2818444" y="6315574"/>
                </a:lnTo>
                <a:lnTo>
                  <a:pt x="2818444" y="5615"/>
                </a:lnTo>
                <a:lnTo>
                  <a:pt x="5615" y="5615"/>
                </a:lnTo>
                <a:close/>
              </a:path>
            </a:pathLst>
          </a:custGeom>
          <a:solidFill>
            <a:schemeClr val="accent4"/>
          </a:solidFill>
          <a:ln cap="flat">
            <a:noFill/>
            <a:prstDash val="solid"/>
            <a:miter lim="800000"/>
          </a:ln>
          <a:effectLst/>
        </p:spPr>
        <p:txBody>
          <a:bodyPr vert="horz" lIns="91440" tIns="45720" rIns="91440" bIns="45720" anchor="ctr">
            <a:normAutofit/>
          </a:bodyPr>
          <a:p>
            <a:pPr marL="0" algn="l"/>
          </a:p>
        </p:txBody>
      </p:sp>
      <p:sp>
        <p:nvSpPr>
          <p:cNvPr id="7" name="TextBox 7"/>
          <p:cNvSpPr txBox="1"/>
          <p:nvPr/>
        </p:nvSpPr>
        <p:spPr>
          <a:xfrm>
            <a:off x="3761588" y="2233808"/>
            <a:ext cx="1430864" cy="1446550"/>
          </a:xfrm>
          <a:prstGeom prst="rect">
            <a:avLst/>
          </a:prstGeom>
          <a:noFill/>
        </p:spPr>
        <p:txBody>
          <a:bodyPr vert="horz" wrap="square" lIns="91440" tIns="45720" rIns="91440" bIns="45720" rtlCol="0" anchor="t">
            <a:spAutoFit/>
          </a:bodyPr>
          <a:lstStyle/>
          <a:p>
            <a:pPr marL="0" algn="ctr">
              <a:defRPr/>
            </a:pPr>
            <a:r>
              <a:rPr lang="en-US" sz="8800" spc="100">
                <a:solidFill>
                  <a:schemeClr val="accent3"/>
                </a:solidFill>
                <a:latin typeface="Impact" panose="020B0806030902050204"/>
                <a:ea typeface="Impact" panose="020B0806030902050204"/>
              </a:rPr>
              <a:t>01</a:t>
            </a:r>
            <a:endParaRPr lang="en-US" sz="1100"/>
          </a:p>
        </p:txBody>
      </p:sp>
    </p:spTree>
  </p:cSld>
  <p:clrMapOvr>
    <a:masterClrMapping/>
  </p:clrMapOvr>
  <p:transition/>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AutoShape 2"/>
          <p:cNvSpPr/>
          <p:nvPr/>
        </p:nvSpPr>
        <p:spPr>
          <a:xfrm>
            <a:off x="3953787" y="4751389"/>
            <a:ext cx="7178756" cy="1537335"/>
          </a:xfrm>
          <a:prstGeom prst="rightArrow">
            <a:avLst/>
          </a:prstGeom>
          <a:gradFill>
            <a:gsLst>
              <a:gs pos="0">
                <a:srgbClr val="2B5C9D">
                  <a:alpha val="0"/>
                </a:srgbClr>
              </a:gs>
              <a:gs pos="100000">
                <a:srgbClr val="18418A"/>
              </a:gs>
            </a:gsLst>
          </a:gradFill>
          <a:ln cap="flat">
            <a:noFill/>
            <a:prstDash val="solid"/>
            <a:miter lim="800000"/>
          </a:ln>
        </p:spPr>
        <p:txBody>
          <a:bodyPr vert="horz" lIns="91440" tIns="45720" rIns="91440" bIns="45720" anchor="ctr"/>
          <a:p>
            <a:pPr marL="0" algn="l"/>
          </a:p>
        </p:txBody>
      </p:sp>
      <p:pic>
        <p:nvPicPr>
          <p:cNvPr id="3" name="image.jpg"/>
          <p:cNvPicPr>
            <a:picLocks noChangeAspect="1"/>
          </p:cNvPicPr>
          <p:nvPr/>
        </p:nvPicPr>
        <p:blipFill>
          <a:blip r:embed="rId1"/>
          <a:srcRect/>
          <a:stretch>
            <a:fillRect/>
          </a:stretch>
        </p:blipFill>
        <p:spPr>
          <a:xfrm>
            <a:off x="662504" y="1509622"/>
            <a:ext cx="4041417" cy="4779102"/>
          </a:xfrm>
          <a:prstGeom prst="roundRect">
            <a:avLst>
              <a:gd name="adj" fmla="val 4376"/>
            </a:avLst>
          </a:prstGeom>
        </p:spPr>
      </p:pic>
      <p:sp>
        <p:nvSpPr>
          <p:cNvPr id="4" name="TextBox 4"/>
          <p:cNvSpPr txBox="1"/>
          <p:nvPr/>
        </p:nvSpPr>
        <p:spPr>
          <a:xfrm>
            <a:off x="5411570" y="1577972"/>
            <a:ext cx="5469889" cy="398780"/>
          </a:xfrm>
          <a:prstGeom prst="rect">
            <a:avLst/>
          </a:prstGeom>
          <a:noFill/>
        </p:spPr>
        <p:txBody>
          <a:bodyPr vert="horz" wrap="square" lIns="91440" tIns="45720" rIns="91440" bIns="45720" rtlCol="0" anchor="t">
            <a:normAutofit/>
          </a:bodyPr>
          <a:lstStyle/>
          <a:p>
            <a:pPr marL="0" indent="0" algn="l" fontAlgn="auto">
              <a:lnSpc>
                <a:spcPct val="100000"/>
              </a:lnSpc>
              <a:defRPr/>
            </a:pPr>
            <a:r>
              <a:rPr lang="en-US" sz="2420" b="1">
                <a:solidFill>
                  <a:schemeClr val="tx1"/>
                </a:solidFill>
                <a:latin typeface="微软雅黑" panose="020B0503020204020204" charset="-122"/>
                <a:ea typeface="微软雅黑" panose="020B0503020204020204" charset="-122"/>
              </a:rPr>
              <a:t>主流逆变器品牌列表</a:t>
            </a:r>
            <a:endParaRPr lang="en-US" sz="1100"/>
          </a:p>
        </p:txBody>
      </p:sp>
      <p:sp>
        <p:nvSpPr>
          <p:cNvPr id="5" name="TextBox 5"/>
          <p:cNvSpPr txBox="1"/>
          <p:nvPr/>
        </p:nvSpPr>
        <p:spPr>
          <a:xfrm>
            <a:off x="4912994" y="2253614"/>
            <a:ext cx="6377305" cy="2464279"/>
          </a:xfrm>
          <a:prstGeom prst="rect">
            <a:avLst/>
          </a:prstGeom>
          <a:noFill/>
        </p:spPr>
        <p:txBody>
          <a:bodyPr vert="horz" wrap="square" lIns="91440" tIns="45720" rIns="91440" bIns="45720" rtlCol="0" anchor="t">
            <a:normAutofit/>
          </a:bodyPr>
          <a:lstStyle/>
          <a:p>
            <a:pPr marL="0" indent="0" algn="l">
              <a:lnSpc>
                <a:spcPct val="110000"/>
              </a:lnSpc>
              <a:buNone/>
              <a:defRPr/>
            </a:pPr>
            <a:r>
              <a:rPr lang="en-US" sz="1400" b="1">
                <a:solidFill>
                  <a:schemeClr val="tx1"/>
                </a:solidFill>
                <a:latin typeface="微软雅黑" panose="020B0503020204020204" charset="-122"/>
                <a:ea typeface="微软雅黑" panose="020B0503020204020204" charset="-122"/>
              </a:rPr>
              <a:t>主流逆变器品牌：阳光能源Sungrow、华为、SMA、固德威GoodWe、Enphse、禾迈Hoymiles、锦浪Ginlong、SolarEdge、Fronius、爱士惟APsystems、古瑞瓦特Growatt、德业Deye、上能电气Sineng、昱能Yune</a:t>
            </a:r>
            <a:endParaRPr lang="en-US" sz="1100"/>
          </a:p>
        </p:txBody>
      </p:sp>
      <p:sp>
        <p:nvSpPr>
          <p:cNvPr id="6" name="TextBox 6"/>
          <p:cNvSpPr txBox="1"/>
          <p:nvPr/>
        </p:nvSpPr>
        <p:spPr>
          <a:xfrm>
            <a:off x="334963" y="161290"/>
            <a:ext cx="8737917" cy="677930"/>
          </a:xfrm>
          <a:prstGeom prst="rect">
            <a:avLst/>
          </a:prstGeom>
        </p:spPr>
        <p:txBody>
          <a:bodyPr vert="horz" lIns="91440" tIns="45720" rIns="91440" bIns="45720" rtlCol="0" anchor="ctr"/>
          <a:lstStyle/>
          <a:p>
            <a:pPr marL="0" algn="just">
              <a:lnSpc>
                <a:spcPct val="100000"/>
              </a:lnSpc>
              <a:spcBef>
                <a:spcPct val="0"/>
              </a:spcBef>
              <a:defRPr/>
            </a:pPr>
            <a:r>
              <a:rPr lang="zh-CN" altLang="en-US" sz="2800" b="1">
                <a:solidFill>
                  <a:srgbClr val="00367A"/>
                </a:solidFill>
                <a:latin typeface="微软雅黑" panose="020B0503020204020204" charset="-122"/>
                <a:ea typeface="微软雅黑" panose="020B0503020204020204" charset="-122"/>
              </a:rPr>
              <a:t>（一）光伏协议转换单元是否适配逆变器品牌通讯协议</a:t>
            </a:r>
            <a:endParaRPr lang="en-US" sz="1100"/>
          </a:p>
        </p:txBody>
      </p:sp>
      <p:sp>
        <p:nvSpPr>
          <p:cNvPr id="7" name="AutoShape 7"/>
          <p:cNvSpPr/>
          <p:nvPr/>
        </p:nvSpPr>
        <p:spPr>
          <a:xfrm>
            <a:off x="4955005" y="1611469"/>
            <a:ext cx="163830" cy="331787"/>
          </a:xfrm>
          <a:prstGeom prst="chevron">
            <a:avLst/>
          </a:prstGeom>
          <a:solidFill>
            <a:srgbClr val="ED7D31"/>
          </a:solidFill>
          <a:ln>
            <a:noFill/>
          </a:ln>
        </p:spPr>
        <p:txBody>
          <a:bodyPr vert="horz" lIns="91440" tIns="45720" rIns="91440" bIns="45720" anchor="ctr"/>
          <a:p>
            <a:pPr marL="0" algn="ctr"/>
          </a:p>
        </p:txBody>
      </p:sp>
      <p:sp>
        <p:nvSpPr>
          <p:cNvPr id="8" name="AutoShape 8"/>
          <p:cNvSpPr/>
          <p:nvPr/>
        </p:nvSpPr>
        <p:spPr>
          <a:xfrm>
            <a:off x="5101373" y="1611469"/>
            <a:ext cx="163830" cy="331787"/>
          </a:xfrm>
          <a:prstGeom prst="chevron">
            <a:avLst/>
          </a:prstGeom>
          <a:solidFill>
            <a:srgbClr val="ED7D31"/>
          </a:solidFill>
          <a:ln>
            <a:noFill/>
          </a:ln>
        </p:spPr>
        <p:txBody>
          <a:bodyPr vert="horz" lIns="91440" tIns="45720" rIns="91440" bIns="45720" anchor="ctr"/>
          <a:p>
            <a:pPr marL="0" algn="ctr"/>
          </a:p>
        </p:txBody>
      </p:sp>
      <p:sp>
        <p:nvSpPr>
          <p:cNvPr id="9" name="AutoShape 9"/>
          <p:cNvSpPr/>
          <p:nvPr/>
        </p:nvSpPr>
        <p:spPr>
          <a:xfrm>
            <a:off x="5241232" y="1611469"/>
            <a:ext cx="163830" cy="331787"/>
          </a:xfrm>
          <a:prstGeom prst="chevron">
            <a:avLst/>
          </a:prstGeom>
          <a:solidFill>
            <a:srgbClr val="ED7D31"/>
          </a:solidFill>
          <a:ln>
            <a:noFill/>
          </a:ln>
        </p:spPr>
        <p:txBody>
          <a:bodyPr vert="horz" lIns="91440" tIns="45720" rIns="91440" bIns="45720" anchor="ctr"/>
          <a:p>
            <a:pPr marL="0" algn="ct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extBox 2"/>
          <p:cNvSpPr txBox="1"/>
          <p:nvPr/>
        </p:nvSpPr>
        <p:spPr>
          <a:xfrm>
            <a:off x="2781621" y="1314138"/>
            <a:ext cx="6800370" cy="325025"/>
          </a:xfrm>
          <a:prstGeom prst="rect">
            <a:avLst/>
          </a:prstGeom>
          <a:noFill/>
        </p:spPr>
        <p:txBody>
          <a:bodyPr vert="horz" wrap="square" lIns="0" tIns="0" rIns="0" bIns="0" rtlCol="0" anchor="b">
            <a:spAutoFit/>
          </a:bodyPr>
          <a:lstStyle/>
          <a:p>
            <a:pPr marL="0" algn="ctr">
              <a:lnSpc>
                <a:spcPct val="130000"/>
              </a:lnSpc>
              <a:defRPr/>
            </a:pPr>
            <a:r>
              <a:rPr lang="zh-CN" altLang="en-US" sz="1800" b="1" spc="300">
                <a:gradFill>
                  <a:gsLst>
                    <a:gs pos="0">
                      <a:schemeClr val="accent1"/>
                    </a:gs>
                    <a:gs pos="100000">
                      <a:schemeClr val="accent1">
                        <a:lumMod val="75000"/>
                      </a:schemeClr>
                    </a:gs>
                  </a:gsLst>
                  <a:lin ang="2700000"/>
                </a:gradFill>
                <a:latin typeface="微软雅黑" panose="020B0503020204020204" charset="-122"/>
                <a:ea typeface="微软雅黑" panose="020B0503020204020204" charset="-122"/>
              </a:rPr>
              <a:t>确认型号与序列号</a:t>
            </a:r>
            <a:endParaRPr lang="en-US" sz="1100"/>
          </a:p>
        </p:txBody>
      </p:sp>
      <p:sp>
        <p:nvSpPr>
          <p:cNvPr id="3" name="TextBox 3"/>
          <p:cNvSpPr txBox="1"/>
          <p:nvPr/>
        </p:nvSpPr>
        <p:spPr>
          <a:xfrm>
            <a:off x="2781620" y="1967056"/>
            <a:ext cx="6800370" cy="645795"/>
          </a:xfrm>
          <a:prstGeom prst="rect">
            <a:avLst/>
          </a:prstGeom>
          <a:noFill/>
          <a:effectLst/>
        </p:spPr>
        <p:txBody>
          <a:bodyPr vert="horz" wrap="square" lIns="0" tIns="0" rIns="0" bIns="0" rtlCol="0" anchor="t">
            <a:spAutoFit/>
          </a:bodyPr>
          <a:lstStyle/>
          <a:p>
            <a:pPr marL="0" marR="0" indent="0" algn="ctr" fontAlgn="auto">
              <a:lnSpc>
                <a:spcPct val="150000"/>
              </a:lnSpc>
              <a:spcBef>
                <a:spcPct val="0"/>
              </a:spcBef>
              <a:defRPr/>
            </a:pPr>
            <a:r>
              <a:rPr lang="zh-CN" altLang="en-US" sz="1400" baseline="0">
                <a:solidFill>
                  <a:schemeClr val="tx1"/>
                </a:solidFill>
                <a:effectLst/>
                <a:latin typeface="微软雅黑" panose="020B0503020204020204" charset="-122"/>
                <a:ea typeface="微软雅黑" panose="020B0503020204020204" charset="-122"/>
              </a:rPr>
              <a:t>与逆变器厂家确认该型号485接线端子（如若逆变器没有COM接口需要联系厂商确认是否可以通过4G棒接口通过转接线实现接入转换单元）</a:t>
            </a:r>
            <a:endParaRPr lang="en-US" sz="1100"/>
          </a:p>
        </p:txBody>
      </p:sp>
      <p:cxnSp>
        <p:nvCxnSpPr>
          <p:cNvPr id="4" name="Connector 4"/>
          <p:cNvCxnSpPr/>
          <p:nvPr/>
        </p:nvCxnSpPr>
        <p:spPr>
          <a:xfrm>
            <a:off x="3831136" y="1815915"/>
            <a:ext cx="4471883" cy="0"/>
          </a:xfrm>
          <a:prstGeom prst="line">
            <a:avLst/>
          </a:prstGeom>
          <a:ln w="23146">
            <a:solidFill>
              <a:schemeClr val="accent1"/>
            </a:solidFill>
          </a:ln>
        </p:spPr>
      </p:cxnSp>
      <p:pic>
        <p:nvPicPr>
          <p:cNvPr id="5" name="image.jpg"/>
          <p:cNvPicPr>
            <a:picLocks noChangeAspect="1"/>
          </p:cNvPicPr>
          <p:nvPr/>
        </p:nvPicPr>
        <p:blipFill>
          <a:blip r:embed="rId1"/>
          <a:srcRect/>
          <a:stretch>
            <a:fillRect/>
          </a:stretch>
        </p:blipFill>
        <p:spPr>
          <a:xfrm>
            <a:off x="5715000" y="2826385"/>
            <a:ext cx="3261360" cy="3667125"/>
          </a:xfrm>
          <a:custGeom>
            <a:avLst/>
            <a:gdLst/>
            <a:ahLst/>
            <a:cxnLst/>
            <a:pathLst>
              <a:path w="9233901" h="3667316">
                <a:moveTo>
                  <a:pt x="0" y="0"/>
                </a:moveTo>
                <a:lnTo>
                  <a:pt x="9233901" y="0"/>
                </a:lnTo>
                <a:lnTo>
                  <a:pt x="9233901" y="3667316"/>
                </a:lnTo>
                <a:lnTo>
                  <a:pt x="0" y="3667316"/>
                </a:lnTo>
                <a:close/>
              </a:path>
            </a:pathLst>
          </a:custGeom>
        </p:spPr>
      </p:pic>
      <p:sp>
        <p:nvSpPr>
          <p:cNvPr id="6" name="AutoShape 6"/>
          <p:cNvSpPr/>
          <p:nvPr/>
        </p:nvSpPr>
        <p:spPr>
          <a:xfrm>
            <a:off x="816446" y="11198824"/>
            <a:ext cx="12204995" cy="275460"/>
          </a:xfrm>
          <a:prstGeom prst="rect">
            <a:avLst/>
          </a:prstGeom>
          <a:solidFill>
            <a:schemeClr val="accent1">
              <a:lumMod val="100000"/>
            </a:schemeClr>
          </a:solidFill>
          <a:ln>
            <a:noFill/>
          </a:ln>
        </p:spPr>
        <p:txBody>
          <a:bodyPr vert="horz" lIns="91440" tIns="45720" rIns="91440" bIns="45720" anchor="ctr">
            <a:normAutofit fontScale="60000"/>
          </a:bodyPr>
          <a:p>
            <a:pPr marL="0" algn="ctr"/>
          </a:p>
        </p:txBody>
      </p:sp>
      <p:sp>
        <p:nvSpPr>
          <p:cNvPr id="7" name="TextBox 7"/>
          <p:cNvSpPr txBox="1"/>
          <p:nvPr/>
        </p:nvSpPr>
        <p:spPr>
          <a:xfrm>
            <a:off x="334963" y="161290"/>
            <a:ext cx="8737917" cy="677930"/>
          </a:xfrm>
          <a:prstGeom prst="rect">
            <a:avLst/>
          </a:prstGeom>
        </p:spPr>
        <p:txBody>
          <a:bodyPr vert="horz" lIns="91440" tIns="45720" rIns="91440" bIns="45720" rtlCol="0" anchor="b">
            <a:normAutofit/>
          </a:bodyPr>
          <a:lstStyle/>
          <a:p>
            <a:pPr marL="0" algn="just">
              <a:lnSpc>
                <a:spcPct val="90000"/>
              </a:lnSpc>
              <a:spcBef>
                <a:spcPct val="0"/>
              </a:spcBef>
              <a:defRPr/>
            </a:pPr>
            <a:r>
              <a:rPr lang="zh-CN" altLang="en-US" sz="2800" b="1">
                <a:solidFill>
                  <a:srgbClr val="00367A"/>
                </a:solidFill>
                <a:latin typeface="微软雅黑" panose="020B0503020204020204" charset="-122"/>
                <a:ea typeface="微软雅黑" panose="020B0503020204020204" charset="-122"/>
              </a:rPr>
              <a:t>（二）查看逆变器产品型号与序列（SN）号</a:t>
            </a:r>
            <a:endParaRPr lang="en-US" sz="1100"/>
          </a:p>
        </p:txBody>
      </p:sp>
      <p:pic>
        <p:nvPicPr>
          <p:cNvPr id="9" name="图片 2" descr="dbe873cb988f0002ef39f759c3ba3912"/>
          <p:cNvPicPr>
            <a:picLocks noChangeAspect="1"/>
          </p:cNvPicPr>
          <p:nvPr/>
        </p:nvPicPr>
        <p:blipFill>
          <a:blip r:embed="rId2"/>
          <a:stretch>
            <a:fillRect/>
          </a:stretch>
        </p:blipFill>
        <p:spPr>
          <a:xfrm>
            <a:off x="3429000" y="2819400"/>
            <a:ext cx="1863725" cy="3740150"/>
          </a:xfrm>
          <a:prstGeom prst="rect">
            <a:avLst/>
          </a:prstGeom>
        </p:spPr>
      </p:pic>
    </p:spTree>
  </p:cSld>
  <p:clrMapOvr>
    <a:masterClrMapping/>
  </p:clrMapOvr>
  <p:transition/>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3" name="AutoShape 3"/>
          <p:cNvSpPr/>
          <p:nvPr/>
        </p:nvSpPr>
        <p:spPr>
          <a:xfrm>
            <a:off x="6479704" y="1473387"/>
            <a:ext cx="538287" cy="538287"/>
          </a:xfrm>
          <a:prstGeom prst="ellipse">
            <a:avLst/>
          </a:prstGeom>
          <a:gradFill>
            <a:gsLst>
              <a:gs pos="0">
                <a:srgbClr val="00367A"/>
              </a:gs>
              <a:gs pos="100000">
                <a:srgbClr val="00367A">
                  <a:alpha val="68000"/>
                </a:srgbClr>
              </a:gs>
            </a:gsLst>
            <a:lin ang="2700000"/>
          </a:gradFill>
          <a:ln>
            <a:noFill/>
          </a:ln>
        </p:spPr>
        <p:txBody>
          <a:bodyPr vert="horz" lIns="91440" tIns="45720" rIns="91440" bIns="45720" anchor="ctr"/>
          <a:p>
            <a:pPr marL="0" algn="ctr"/>
          </a:p>
        </p:txBody>
      </p:sp>
      <p:sp>
        <p:nvSpPr>
          <p:cNvPr id="4" name="TextBox 4"/>
          <p:cNvSpPr txBox="1"/>
          <p:nvPr/>
        </p:nvSpPr>
        <p:spPr>
          <a:xfrm>
            <a:off x="7037794" y="1557865"/>
            <a:ext cx="4031006" cy="369332"/>
          </a:xfrm>
          <a:prstGeom prst="rect">
            <a:avLst/>
          </a:prstGeom>
          <a:noFill/>
        </p:spPr>
        <p:txBody>
          <a:bodyPr vert="horz" wrap="square" lIns="91440" tIns="45720" rIns="91440" bIns="45720" rtlCol="0" anchor="t">
            <a:normAutofit/>
          </a:bodyPr>
          <a:lstStyle/>
          <a:p>
            <a:pPr marL="0" indent="0" algn="l" fontAlgn="auto">
              <a:lnSpc>
                <a:spcPct val="100000"/>
              </a:lnSpc>
              <a:defRPr/>
            </a:pPr>
            <a:r>
              <a:rPr lang="en-US" sz="2260" b="1">
                <a:solidFill>
                  <a:srgbClr val="00367A"/>
                </a:solidFill>
                <a:effectLst>
                  <a:outerShdw blurRad="38100" dist="19050" dir="2700000" algn="tl" rotWithShape="0">
                    <a:schemeClr val="dk1">
                      <a:alpha val="40000"/>
                    </a:schemeClr>
                  </a:outerShdw>
                </a:effectLst>
                <a:latin typeface="微软雅黑" panose="020B0503020204020204" charset="-122"/>
                <a:ea typeface="微软雅黑" panose="020B0503020204020204" charset="-122"/>
              </a:rPr>
              <a:t>常见COM接线端子类型</a:t>
            </a:r>
            <a:endParaRPr lang="en-US" sz="1100"/>
          </a:p>
        </p:txBody>
      </p:sp>
      <p:sp>
        <p:nvSpPr>
          <p:cNvPr id="5" name="AutoShape 5"/>
          <p:cNvSpPr/>
          <p:nvPr/>
        </p:nvSpPr>
        <p:spPr>
          <a:xfrm>
            <a:off x="6479704" y="3219097"/>
            <a:ext cx="538287" cy="538287"/>
          </a:xfrm>
          <a:prstGeom prst="ellipse">
            <a:avLst/>
          </a:prstGeom>
          <a:gradFill>
            <a:gsLst>
              <a:gs pos="0">
                <a:srgbClr val="007373"/>
              </a:gs>
              <a:gs pos="100000">
                <a:srgbClr val="007373">
                  <a:alpha val="60000"/>
                </a:srgbClr>
              </a:gs>
            </a:gsLst>
            <a:lin ang="2700000"/>
          </a:gradFill>
          <a:ln>
            <a:noFill/>
          </a:ln>
        </p:spPr>
        <p:txBody>
          <a:bodyPr vert="horz" lIns="91440" tIns="45720" rIns="91440" bIns="45720" anchor="ctr"/>
          <a:p>
            <a:pPr marL="0" algn="ctr"/>
          </a:p>
        </p:txBody>
      </p:sp>
      <p:sp>
        <p:nvSpPr>
          <p:cNvPr id="6" name="TextBox 6"/>
          <p:cNvSpPr txBox="1"/>
          <p:nvPr/>
        </p:nvSpPr>
        <p:spPr>
          <a:xfrm>
            <a:off x="7037794" y="3303575"/>
            <a:ext cx="4031006" cy="369332"/>
          </a:xfrm>
          <a:prstGeom prst="rect">
            <a:avLst/>
          </a:prstGeom>
          <a:noFill/>
        </p:spPr>
        <p:txBody>
          <a:bodyPr vert="horz" wrap="square" lIns="91440" tIns="45720" rIns="91440" bIns="45720" rtlCol="0" anchor="t">
            <a:normAutofit/>
          </a:bodyPr>
          <a:lstStyle/>
          <a:p>
            <a:pPr marL="0" indent="0" algn="l" fontAlgn="auto">
              <a:lnSpc>
                <a:spcPct val="100000"/>
              </a:lnSpc>
              <a:defRPr/>
            </a:pPr>
            <a:r>
              <a:rPr lang="en-US" sz="2260" b="1">
                <a:solidFill>
                  <a:srgbClr val="00367A"/>
                </a:solidFill>
                <a:effectLst>
                  <a:outerShdw blurRad="38100" dist="19050" dir="2700000" algn="tl" rotWithShape="0">
                    <a:schemeClr val="dk1">
                      <a:alpha val="40000"/>
                    </a:schemeClr>
                  </a:outerShdw>
                </a:effectLst>
                <a:latin typeface="微软雅黑" panose="020B0503020204020204" charset="-122"/>
                <a:ea typeface="微软雅黑" panose="020B0503020204020204" charset="-122"/>
              </a:rPr>
              <a:t>4针COM接口线序示例</a:t>
            </a:r>
            <a:endParaRPr lang="en-US" sz="1100"/>
          </a:p>
        </p:txBody>
      </p:sp>
      <p:sp>
        <p:nvSpPr>
          <p:cNvPr id="7" name="AutoShape 7"/>
          <p:cNvSpPr/>
          <p:nvPr/>
        </p:nvSpPr>
        <p:spPr>
          <a:xfrm>
            <a:off x="6479704" y="4951429"/>
            <a:ext cx="538287" cy="538287"/>
          </a:xfrm>
          <a:prstGeom prst="ellipse">
            <a:avLst/>
          </a:prstGeom>
          <a:gradFill>
            <a:gsLst>
              <a:gs pos="0">
                <a:srgbClr val="EE5D04"/>
              </a:gs>
              <a:gs pos="100000">
                <a:srgbClr val="EE5D04">
                  <a:alpha val="44000"/>
                </a:srgbClr>
              </a:gs>
            </a:gsLst>
            <a:lin ang="2700000"/>
          </a:gradFill>
          <a:ln>
            <a:noFill/>
          </a:ln>
        </p:spPr>
        <p:txBody>
          <a:bodyPr vert="horz" lIns="91440" tIns="45720" rIns="91440" bIns="45720" anchor="ctr"/>
          <a:p>
            <a:pPr marL="0" algn="ctr"/>
          </a:p>
        </p:txBody>
      </p:sp>
      <p:sp>
        <p:nvSpPr>
          <p:cNvPr id="8" name="TextBox 8"/>
          <p:cNvSpPr txBox="1"/>
          <p:nvPr/>
        </p:nvSpPr>
        <p:spPr>
          <a:xfrm>
            <a:off x="7037794" y="5015281"/>
            <a:ext cx="4031006" cy="369332"/>
          </a:xfrm>
          <a:prstGeom prst="rect">
            <a:avLst/>
          </a:prstGeom>
          <a:noFill/>
        </p:spPr>
        <p:txBody>
          <a:bodyPr vert="horz" wrap="square" lIns="91440" tIns="45720" rIns="91440" bIns="45720" rtlCol="0" anchor="t">
            <a:normAutofit/>
          </a:bodyPr>
          <a:lstStyle/>
          <a:p>
            <a:pPr marL="0" indent="0" algn="l" fontAlgn="auto">
              <a:lnSpc>
                <a:spcPct val="100000"/>
              </a:lnSpc>
              <a:defRPr/>
            </a:pPr>
            <a:r>
              <a:rPr lang="en-US" sz="2260" b="1">
                <a:solidFill>
                  <a:srgbClr val="00367A"/>
                </a:solidFill>
                <a:effectLst>
                  <a:outerShdw blurRad="38100" dist="19050" dir="2700000" algn="tl" rotWithShape="0">
                    <a:schemeClr val="dk1">
                      <a:alpha val="40000"/>
                    </a:schemeClr>
                  </a:outerShdw>
                </a:effectLst>
                <a:latin typeface="微软雅黑" panose="020B0503020204020204" charset="-122"/>
                <a:ea typeface="微软雅黑" panose="020B0503020204020204" charset="-122"/>
              </a:rPr>
              <a:t>485接线端子标识</a:t>
            </a:r>
            <a:endParaRPr lang="en-US" sz="1100"/>
          </a:p>
        </p:txBody>
      </p:sp>
      <p:sp>
        <p:nvSpPr>
          <p:cNvPr id="9" name="TextBox 9"/>
          <p:cNvSpPr txBox="1"/>
          <p:nvPr/>
        </p:nvSpPr>
        <p:spPr>
          <a:xfrm>
            <a:off x="6479704" y="2061740"/>
            <a:ext cx="5341574" cy="1021352"/>
          </a:xfrm>
          <a:prstGeom prst="rect">
            <a:avLst/>
          </a:prstGeom>
          <a:noFill/>
        </p:spPr>
        <p:txBody>
          <a:bodyPr vert="horz" wrap="square" lIns="91440" tIns="45720" rIns="91440" bIns="45720" rtlCol="0" anchor="t">
            <a:normAutofit/>
          </a:bodyPr>
          <a:lstStyle/>
          <a:p>
            <a:pPr marL="0" indent="0" algn="l">
              <a:lnSpc>
                <a:spcPct val="110000"/>
              </a:lnSpc>
              <a:buNone/>
              <a:defRPr/>
            </a:pPr>
            <a:r>
              <a:rPr lang="en-US" sz="1400" b="1">
                <a:solidFill>
                  <a:schemeClr val="tx1">
                    <a:lumMod val="95000"/>
                    <a:lumOff val="5000"/>
                  </a:schemeClr>
                </a:solidFill>
                <a:latin typeface="微软雅黑" panose="020B0503020204020204" charset="-122"/>
                <a:ea typeface="微软雅黑" panose="020B0503020204020204" charset="-122"/>
              </a:rPr>
              <a:t>常见COM接线端子类型：</a:t>
            </a:r>
            <a:endParaRPr lang="en-US" sz="1100"/>
          </a:p>
        </p:txBody>
      </p:sp>
      <p:sp>
        <p:nvSpPr>
          <p:cNvPr id="10" name="TextBox 10"/>
          <p:cNvSpPr txBox="1"/>
          <p:nvPr/>
        </p:nvSpPr>
        <p:spPr>
          <a:xfrm>
            <a:off x="6479704" y="3816185"/>
            <a:ext cx="5341574" cy="1012617"/>
          </a:xfrm>
          <a:prstGeom prst="rect">
            <a:avLst/>
          </a:prstGeom>
          <a:noFill/>
        </p:spPr>
        <p:txBody>
          <a:bodyPr vert="horz" wrap="square" lIns="91440" tIns="45720" rIns="91440" bIns="45720" rtlCol="0" anchor="t">
            <a:normAutofit/>
          </a:bodyPr>
          <a:lstStyle/>
          <a:p>
            <a:pPr marL="0" indent="0" algn="l">
              <a:lnSpc>
                <a:spcPct val="110000"/>
              </a:lnSpc>
              <a:buNone/>
              <a:defRPr/>
            </a:pPr>
            <a:r>
              <a:rPr lang="en-US" sz="1400" b="1">
                <a:solidFill>
                  <a:schemeClr val="tx1">
                    <a:lumMod val="95000"/>
                    <a:lumOff val="5000"/>
                  </a:schemeClr>
                </a:solidFill>
                <a:latin typeface="微软雅黑" panose="020B0503020204020204" charset="-122"/>
                <a:ea typeface="微软雅黑" panose="020B0503020204020204" charset="-122"/>
              </a:rPr>
              <a:t>例：4针COM接口线序1,2,3,4（古瑞瓦特红1黑2）</a:t>
            </a:r>
            <a:endParaRPr lang="en-US" sz="1100"/>
          </a:p>
        </p:txBody>
      </p:sp>
      <p:sp>
        <p:nvSpPr>
          <p:cNvPr id="11" name="TextBox 11"/>
          <p:cNvSpPr txBox="1"/>
          <p:nvPr/>
        </p:nvSpPr>
        <p:spPr>
          <a:xfrm>
            <a:off x="6479704" y="5571092"/>
            <a:ext cx="5341574" cy="1012617"/>
          </a:xfrm>
          <a:prstGeom prst="rect">
            <a:avLst/>
          </a:prstGeom>
          <a:noFill/>
        </p:spPr>
        <p:txBody>
          <a:bodyPr vert="horz" wrap="square" lIns="91440" tIns="45720" rIns="91440" bIns="45720" rtlCol="0" anchor="t">
            <a:normAutofit/>
          </a:bodyPr>
          <a:lstStyle/>
          <a:p>
            <a:pPr marL="0" indent="0" algn="l">
              <a:lnSpc>
                <a:spcPct val="110000"/>
              </a:lnSpc>
              <a:buNone/>
              <a:defRPr/>
            </a:pPr>
            <a:r>
              <a:rPr lang="en-US" sz="1400" b="1">
                <a:solidFill>
                  <a:schemeClr val="tx1">
                    <a:lumMod val="95000"/>
                    <a:lumOff val="5000"/>
                  </a:schemeClr>
                </a:solidFill>
                <a:latin typeface="微软雅黑" panose="020B0503020204020204" charset="-122"/>
                <a:ea typeface="微软雅黑" panose="020B0503020204020204" charset="-122"/>
              </a:rPr>
              <a:t>485接线端子上会有顺序标识</a:t>
            </a:r>
            <a:endParaRPr lang="en-US" sz="1100"/>
          </a:p>
        </p:txBody>
      </p:sp>
      <p:sp>
        <p:nvSpPr>
          <p:cNvPr id="12" name="TextBox 12"/>
          <p:cNvSpPr txBox="1"/>
          <p:nvPr/>
        </p:nvSpPr>
        <p:spPr>
          <a:xfrm>
            <a:off x="334963" y="161290"/>
            <a:ext cx="8737917" cy="677930"/>
          </a:xfrm>
          <a:prstGeom prst="rect">
            <a:avLst/>
          </a:prstGeom>
        </p:spPr>
        <p:txBody>
          <a:bodyPr vert="horz" lIns="91440" tIns="45720" rIns="91440" bIns="45720" rtlCol="0" anchor="ctr"/>
          <a:lstStyle/>
          <a:p>
            <a:pPr marL="0" algn="just">
              <a:lnSpc>
                <a:spcPct val="100000"/>
              </a:lnSpc>
              <a:spcBef>
                <a:spcPct val="0"/>
              </a:spcBef>
              <a:defRPr/>
            </a:pPr>
            <a:r>
              <a:rPr lang="zh-CN" altLang="en-US" sz="2800" b="1">
                <a:solidFill>
                  <a:srgbClr val="00367A"/>
                </a:solidFill>
                <a:latin typeface="微软雅黑" panose="020B0503020204020204" charset="-122"/>
                <a:ea typeface="微软雅黑" panose="020B0503020204020204" charset="-122"/>
              </a:rPr>
              <a:t>（三）确认逆变器接线端子线序（防止接线错误）</a:t>
            </a:r>
            <a:endParaRPr lang="en-US" sz="1100"/>
          </a:p>
        </p:txBody>
      </p:sp>
      <p:sp>
        <p:nvSpPr>
          <p:cNvPr id="13" name="AutoShape 13"/>
          <p:cNvSpPr/>
          <p:nvPr/>
        </p:nvSpPr>
        <p:spPr>
          <a:xfrm>
            <a:off x="1268095" y="1447800"/>
            <a:ext cx="4620895" cy="2161540"/>
          </a:xfrm>
          <a:prstGeom prst="roundRect">
            <a:avLst>
              <a:gd name="adj" fmla="val 12821"/>
            </a:avLst>
          </a:prstGeom>
          <a:blipFill>
            <a:blip r:embed="rId1"/>
            <a:srcRect/>
            <a:stretch>
              <a:fillRect/>
            </a:stretch>
          </a:blipFill>
          <a:ln>
            <a:noFill/>
          </a:ln>
          <a:effectLst/>
        </p:spPr>
        <p:txBody>
          <a:bodyPr vert="horz" lIns="91440" tIns="45720" rIns="91440" bIns="45720" anchor="ctr"/>
          <a:p>
            <a:pPr marL="0" algn="ctr"/>
          </a:p>
        </p:txBody>
      </p:sp>
      <p:sp>
        <p:nvSpPr>
          <p:cNvPr id="14" name="AutoShape 14"/>
          <p:cNvSpPr/>
          <p:nvPr/>
        </p:nvSpPr>
        <p:spPr>
          <a:xfrm>
            <a:off x="1267460" y="3825240"/>
            <a:ext cx="4621530" cy="2338705"/>
          </a:xfrm>
          <a:prstGeom prst="roundRect">
            <a:avLst>
              <a:gd name="adj" fmla="val 12821"/>
            </a:avLst>
          </a:prstGeom>
          <a:blipFill>
            <a:blip r:embed="rId2"/>
            <a:srcRect/>
            <a:stretch>
              <a:fillRect/>
            </a:stretch>
          </a:blipFill>
          <a:ln>
            <a:noFill/>
          </a:ln>
          <a:effectLst/>
        </p:spPr>
        <p:txBody>
          <a:bodyPr vert="horz" lIns="91440" tIns="45720" rIns="91440" bIns="45720" anchor="ctr"/>
          <a:p>
            <a:pPr marL="0" algn="ct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AutoShape 2"/>
          <p:cNvSpPr/>
          <p:nvPr>
            <p:ph type="title" idx="4294967295"/>
          </p:nvPr>
        </p:nvSpPr>
        <p:spPr>
          <a:xfrm>
            <a:off x="5192452" y="2533650"/>
            <a:ext cx="5726560" cy="895350"/>
          </a:xfrm>
        </p:spPr>
        <p:txBody>
          <a:bodyPr vert="horz" lIns="91440" tIns="45720" rIns="91440" bIns="45720" anchor="b">
            <a:normAutofit/>
          </a:bodyPr>
          <a:p>
            <a:pPr algn="l">
              <a:lnSpc>
                <a:spcPct val="90000"/>
              </a:lnSpc>
              <a:spcBef>
                <a:spcPct val="0"/>
              </a:spcBef>
            </a:pPr>
            <a:r>
              <a:rPr lang="en-US" sz="2800" b="1">
                <a:solidFill>
                  <a:schemeClr val="accent3"/>
                </a:solidFill>
                <a:latin typeface="Arial" panose="020B0604020202020204"/>
                <a:ea typeface="Arial" panose="020B0604020202020204"/>
              </a:rPr>
              <a:t>设备介绍</a:t>
            </a:r>
            <a:endParaRPr lang="en-US" sz="2800" b="1">
              <a:solidFill>
                <a:schemeClr val="accent3"/>
              </a:solidFill>
              <a:latin typeface="Arial" panose="020B0604020202020204"/>
              <a:ea typeface="Arial" panose="020B0604020202020204"/>
            </a:endParaRPr>
          </a:p>
        </p:txBody>
      </p:sp>
      <p:sp>
        <p:nvSpPr>
          <p:cNvPr id="3" name="Freeform 3"/>
          <p:cNvSpPr/>
          <p:nvPr/>
        </p:nvSpPr>
        <p:spPr>
          <a:xfrm rot="5400000">
            <a:off x="4330286" y="-1035543"/>
            <a:ext cx="3563258" cy="12223827"/>
          </a:xfrm>
          <a:custGeom>
            <a:avLst/>
            <a:gdLst/>
            <a:ahLst/>
            <a:cxnLst/>
            <a:rect l="l" t="t" r="r" b="b"/>
            <a:pathLst>
              <a:path w="2822561" h="6318943">
                <a:moveTo>
                  <a:pt x="5615" y="5615"/>
                </a:moveTo>
                <a:cubicBezTo>
                  <a:pt x="5615" y="5615"/>
                  <a:pt x="48291" y="914525"/>
                  <a:pt x="519217" y="1278388"/>
                </a:cubicBezTo>
                <a:cubicBezTo>
                  <a:pt x="990143" y="1642251"/>
                  <a:pt x="1502995" y="1898303"/>
                  <a:pt x="1385451" y="2658224"/>
                </a:cubicBezTo>
                <a:cubicBezTo>
                  <a:pt x="1267907" y="3417395"/>
                  <a:pt x="808211" y="3534940"/>
                  <a:pt x="796981" y="4230473"/>
                </a:cubicBezTo>
                <a:cubicBezTo>
                  <a:pt x="786499" y="4925257"/>
                  <a:pt x="1096457" y="5128901"/>
                  <a:pt x="1011106" y="5545921"/>
                </a:cubicBezTo>
                <a:cubicBezTo>
                  <a:pt x="925755" y="5962942"/>
                  <a:pt x="358997" y="6315574"/>
                  <a:pt x="358997" y="6315574"/>
                </a:cubicBezTo>
                <a:lnTo>
                  <a:pt x="2818444" y="6315574"/>
                </a:lnTo>
                <a:lnTo>
                  <a:pt x="2818444" y="5615"/>
                </a:lnTo>
                <a:lnTo>
                  <a:pt x="5615" y="5615"/>
                </a:lnTo>
                <a:close/>
              </a:path>
            </a:pathLst>
          </a:custGeom>
          <a:solidFill>
            <a:schemeClr val="accent1">
              <a:alpha val="26000"/>
            </a:schemeClr>
          </a:solidFill>
          <a:ln cap="flat">
            <a:noFill/>
            <a:prstDash val="solid"/>
            <a:miter lim="800000"/>
          </a:ln>
          <a:effectLst/>
        </p:spPr>
        <p:txBody>
          <a:bodyPr vert="horz" lIns="91440" tIns="45720" rIns="91440" bIns="45720" anchor="ctr">
            <a:normAutofit/>
          </a:bodyPr>
          <a:p>
            <a:pPr marL="0" algn="l"/>
          </a:p>
        </p:txBody>
      </p:sp>
      <p:sp>
        <p:nvSpPr>
          <p:cNvPr id="4" name="Freeform 4"/>
          <p:cNvSpPr/>
          <p:nvPr/>
        </p:nvSpPr>
        <p:spPr>
          <a:xfrm rot="5400000">
            <a:off x="4387805" y="-978024"/>
            <a:ext cx="3448220" cy="12223827"/>
          </a:xfrm>
          <a:custGeom>
            <a:avLst/>
            <a:gdLst/>
            <a:ahLst/>
            <a:cxnLst/>
            <a:rect l="l" t="t" r="r" b="b"/>
            <a:pathLst>
              <a:path w="2822561" h="6318943">
                <a:moveTo>
                  <a:pt x="5615" y="5615"/>
                </a:moveTo>
                <a:cubicBezTo>
                  <a:pt x="5615" y="5615"/>
                  <a:pt x="48291" y="914525"/>
                  <a:pt x="519217" y="1278388"/>
                </a:cubicBezTo>
                <a:cubicBezTo>
                  <a:pt x="990143" y="1642251"/>
                  <a:pt x="1502995" y="1898303"/>
                  <a:pt x="1385451" y="2658224"/>
                </a:cubicBezTo>
                <a:cubicBezTo>
                  <a:pt x="1267907" y="3417395"/>
                  <a:pt x="808211" y="3534940"/>
                  <a:pt x="796981" y="4230473"/>
                </a:cubicBezTo>
                <a:cubicBezTo>
                  <a:pt x="786499" y="4925257"/>
                  <a:pt x="1096457" y="5128901"/>
                  <a:pt x="1011106" y="5545921"/>
                </a:cubicBezTo>
                <a:cubicBezTo>
                  <a:pt x="925755" y="5962942"/>
                  <a:pt x="358997" y="6315574"/>
                  <a:pt x="358997" y="6315574"/>
                </a:cubicBezTo>
                <a:lnTo>
                  <a:pt x="2818444" y="6315574"/>
                </a:lnTo>
                <a:lnTo>
                  <a:pt x="2818444" y="5615"/>
                </a:lnTo>
                <a:lnTo>
                  <a:pt x="5615" y="5615"/>
                </a:lnTo>
                <a:close/>
              </a:path>
            </a:pathLst>
          </a:custGeom>
          <a:solidFill>
            <a:schemeClr val="accent2"/>
          </a:solidFill>
          <a:ln cap="flat">
            <a:noFill/>
            <a:prstDash val="solid"/>
            <a:miter lim="800000"/>
          </a:ln>
          <a:effectLst/>
        </p:spPr>
        <p:txBody>
          <a:bodyPr vert="horz" lIns="91440" tIns="45720" rIns="91440" bIns="45720" anchor="ctr">
            <a:normAutofit/>
          </a:bodyPr>
          <a:p>
            <a:pPr marL="0" algn="l"/>
          </a:p>
        </p:txBody>
      </p:sp>
      <p:sp>
        <p:nvSpPr>
          <p:cNvPr id="5" name="Freeform 5"/>
          <p:cNvSpPr/>
          <p:nvPr/>
        </p:nvSpPr>
        <p:spPr>
          <a:xfrm rot="5400000">
            <a:off x="4523093" y="-842735"/>
            <a:ext cx="3177641" cy="12223827"/>
          </a:xfrm>
          <a:custGeom>
            <a:avLst/>
            <a:gdLst/>
            <a:ahLst/>
            <a:cxnLst/>
            <a:rect l="l" t="t" r="r" b="b"/>
            <a:pathLst>
              <a:path w="2822561" h="6318943">
                <a:moveTo>
                  <a:pt x="5615" y="5615"/>
                </a:moveTo>
                <a:cubicBezTo>
                  <a:pt x="5615" y="5615"/>
                  <a:pt x="48291" y="914525"/>
                  <a:pt x="519217" y="1278388"/>
                </a:cubicBezTo>
                <a:cubicBezTo>
                  <a:pt x="990143" y="1642251"/>
                  <a:pt x="1502995" y="1898303"/>
                  <a:pt x="1385451" y="2658224"/>
                </a:cubicBezTo>
                <a:cubicBezTo>
                  <a:pt x="1267907" y="3417395"/>
                  <a:pt x="808211" y="3534940"/>
                  <a:pt x="796981" y="4230473"/>
                </a:cubicBezTo>
                <a:cubicBezTo>
                  <a:pt x="786499" y="4925257"/>
                  <a:pt x="1096457" y="5128901"/>
                  <a:pt x="1011106" y="5545921"/>
                </a:cubicBezTo>
                <a:cubicBezTo>
                  <a:pt x="925755" y="5962942"/>
                  <a:pt x="358997" y="6315574"/>
                  <a:pt x="358997" y="6315574"/>
                </a:cubicBezTo>
                <a:lnTo>
                  <a:pt x="2818444" y="6315574"/>
                </a:lnTo>
                <a:lnTo>
                  <a:pt x="2818444" y="5615"/>
                </a:lnTo>
                <a:lnTo>
                  <a:pt x="5615" y="5615"/>
                </a:lnTo>
                <a:close/>
              </a:path>
            </a:pathLst>
          </a:custGeom>
          <a:solidFill>
            <a:schemeClr val="accent3"/>
          </a:solidFill>
          <a:ln cap="flat">
            <a:noFill/>
            <a:prstDash val="solid"/>
            <a:miter lim="800000"/>
          </a:ln>
          <a:effectLst/>
        </p:spPr>
        <p:txBody>
          <a:bodyPr vert="horz" lIns="91440" tIns="45720" rIns="91440" bIns="45720" anchor="ctr">
            <a:normAutofit/>
          </a:bodyPr>
          <a:p>
            <a:pPr marL="0" algn="l"/>
          </a:p>
        </p:txBody>
      </p:sp>
      <p:sp>
        <p:nvSpPr>
          <p:cNvPr id="6" name="Freeform 6"/>
          <p:cNvSpPr/>
          <p:nvPr/>
        </p:nvSpPr>
        <p:spPr>
          <a:xfrm rot="5400000">
            <a:off x="4688216" y="-677612"/>
            <a:ext cx="2847395" cy="12223827"/>
          </a:xfrm>
          <a:custGeom>
            <a:avLst/>
            <a:gdLst/>
            <a:ahLst/>
            <a:cxnLst/>
            <a:rect l="l" t="t" r="r" b="b"/>
            <a:pathLst>
              <a:path w="2822561" h="6318943">
                <a:moveTo>
                  <a:pt x="5615" y="5615"/>
                </a:moveTo>
                <a:cubicBezTo>
                  <a:pt x="5615" y="5615"/>
                  <a:pt x="48291" y="914525"/>
                  <a:pt x="519217" y="1278388"/>
                </a:cubicBezTo>
                <a:cubicBezTo>
                  <a:pt x="990143" y="1642251"/>
                  <a:pt x="1502995" y="1898303"/>
                  <a:pt x="1385451" y="2658224"/>
                </a:cubicBezTo>
                <a:cubicBezTo>
                  <a:pt x="1267907" y="3417395"/>
                  <a:pt x="808211" y="3534940"/>
                  <a:pt x="796981" y="4230473"/>
                </a:cubicBezTo>
                <a:cubicBezTo>
                  <a:pt x="786499" y="4925257"/>
                  <a:pt x="1096457" y="5128901"/>
                  <a:pt x="1011106" y="5545921"/>
                </a:cubicBezTo>
                <a:cubicBezTo>
                  <a:pt x="925755" y="5962942"/>
                  <a:pt x="358997" y="6315574"/>
                  <a:pt x="358997" y="6315574"/>
                </a:cubicBezTo>
                <a:lnTo>
                  <a:pt x="2818444" y="6315574"/>
                </a:lnTo>
                <a:lnTo>
                  <a:pt x="2818444" y="5615"/>
                </a:lnTo>
                <a:lnTo>
                  <a:pt x="5615" y="5615"/>
                </a:lnTo>
                <a:close/>
              </a:path>
            </a:pathLst>
          </a:custGeom>
          <a:solidFill>
            <a:schemeClr val="accent4"/>
          </a:solidFill>
          <a:ln cap="flat">
            <a:noFill/>
            <a:prstDash val="solid"/>
            <a:miter lim="800000"/>
          </a:ln>
          <a:effectLst/>
        </p:spPr>
        <p:txBody>
          <a:bodyPr vert="horz" lIns="91440" tIns="45720" rIns="91440" bIns="45720" anchor="ctr">
            <a:normAutofit/>
          </a:bodyPr>
          <a:p>
            <a:pPr marL="0" algn="l"/>
          </a:p>
        </p:txBody>
      </p:sp>
      <p:sp>
        <p:nvSpPr>
          <p:cNvPr id="7" name="TextBox 7"/>
          <p:cNvSpPr txBox="1"/>
          <p:nvPr/>
        </p:nvSpPr>
        <p:spPr>
          <a:xfrm>
            <a:off x="3761588" y="2233808"/>
            <a:ext cx="1430864" cy="1446550"/>
          </a:xfrm>
          <a:prstGeom prst="rect">
            <a:avLst/>
          </a:prstGeom>
          <a:noFill/>
        </p:spPr>
        <p:txBody>
          <a:bodyPr vert="horz" wrap="square" lIns="91440" tIns="45720" rIns="91440" bIns="45720" rtlCol="0" anchor="t">
            <a:spAutoFit/>
          </a:bodyPr>
          <a:lstStyle/>
          <a:p>
            <a:pPr marL="0" algn="ctr">
              <a:defRPr/>
            </a:pPr>
            <a:r>
              <a:rPr lang="en-US" sz="8800" spc="100">
                <a:solidFill>
                  <a:schemeClr val="accent3"/>
                </a:solidFill>
                <a:latin typeface="Impact" panose="020B0806030902050204"/>
                <a:ea typeface="Impact" panose="020B0806030902050204"/>
              </a:rPr>
              <a:t>02</a:t>
            </a:r>
            <a:endParaRPr lang="en-US" sz="1100"/>
          </a:p>
        </p:txBody>
      </p:sp>
    </p:spTree>
  </p:cSld>
  <p:clrMapOvr>
    <a:masterClrMapping/>
  </p:clrMapOvr>
  <p:transition/>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extBox 2"/>
          <p:cNvSpPr txBox="1"/>
          <p:nvPr/>
        </p:nvSpPr>
        <p:spPr>
          <a:xfrm>
            <a:off x="334963" y="161290"/>
            <a:ext cx="8737917" cy="677930"/>
          </a:xfrm>
          <a:prstGeom prst="rect">
            <a:avLst/>
          </a:prstGeom>
        </p:spPr>
        <p:txBody>
          <a:bodyPr vert="horz" lIns="91440" tIns="45720" rIns="91440" bIns="45720" rtlCol="0" anchor="ctr"/>
          <a:lstStyle/>
          <a:p>
            <a:pPr marL="0" algn="just">
              <a:lnSpc>
                <a:spcPct val="100000"/>
              </a:lnSpc>
              <a:spcBef>
                <a:spcPct val="0"/>
              </a:spcBef>
              <a:defRPr/>
            </a:pPr>
            <a:r>
              <a:rPr lang="zh-CN" altLang="en-US" sz="2800" b="1">
                <a:solidFill>
                  <a:srgbClr val="00367A"/>
                </a:solidFill>
                <a:latin typeface="微软雅黑" panose="020B0503020204020204" charset="-122"/>
                <a:ea typeface="微软雅黑" panose="020B0503020204020204" charset="-122"/>
              </a:rPr>
              <a:t>（一）线束</a:t>
            </a:r>
            <a:endParaRPr lang="en-US" sz="1100"/>
          </a:p>
        </p:txBody>
      </p:sp>
      <p:sp>
        <p:nvSpPr>
          <p:cNvPr id="3" name="AutoShape 3"/>
          <p:cNvSpPr/>
          <p:nvPr/>
        </p:nvSpPr>
        <p:spPr>
          <a:xfrm>
            <a:off x="0" y="3581083"/>
            <a:ext cx="12192000" cy="368300"/>
          </a:xfrm>
          <a:prstGeom prst="rect">
            <a:avLst/>
          </a:prstGeom>
          <a:gradFill>
            <a:gsLst>
              <a:gs pos="0">
                <a:srgbClr val="FC904E"/>
              </a:gs>
              <a:gs pos="51000">
                <a:srgbClr val="EE5D04"/>
              </a:gs>
              <a:gs pos="100000">
                <a:srgbClr val="ED7D31"/>
              </a:gs>
            </a:gsLst>
          </a:gradFill>
          <a:ln>
            <a:noFill/>
          </a:ln>
        </p:spPr>
        <p:txBody>
          <a:bodyPr vert="horz" lIns="91440" tIns="45720" rIns="91440" bIns="45720" anchor="ctr">
            <a:spAutoFit/>
          </a:bodyPr>
          <a:p>
            <a:pPr marL="0" algn="ctr"/>
          </a:p>
        </p:txBody>
      </p:sp>
      <p:pic>
        <p:nvPicPr>
          <p:cNvPr id="4" name="image.png"/>
          <p:cNvPicPr>
            <a:picLocks noChangeAspect="1"/>
          </p:cNvPicPr>
          <p:nvPr/>
        </p:nvPicPr>
        <p:blipFill>
          <a:blip r:embed="rId1"/>
          <a:srcRect/>
          <a:stretch>
            <a:fillRect/>
          </a:stretch>
        </p:blipFill>
        <p:spPr>
          <a:xfrm>
            <a:off x="2667000" y="4048125"/>
            <a:ext cx="6065520" cy="2645410"/>
          </a:xfrm>
          <a:prstGeom prst="rect">
            <a:avLst/>
          </a:prstGeom>
        </p:spPr>
      </p:pic>
      <p:sp>
        <p:nvSpPr>
          <p:cNvPr id="5" name="TextBox 5"/>
          <p:cNvSpPr txBox="1"/>
          <p:nvPr/>
        </p:nvSpPr>
        <p:spPr>
          <a:xfrm>
            <a:off x="944563" y="1216183"/>
            <a:ext cx="5469889" cy="398780"/>
          </a:xfrm>
          <a:prstGeom prst="rect">
            <a:avLst/>
          </a:prstGeom>
          <a:noFill/>
        </p:spPr>
        <p:txBody>
          <a:bodyPr vert="horz" wrap="square" lIns="91440" tIns="45720" rIns="91440" bIns="45720" rtlCol="0" anchor="t">
            <a:normAutofit/>
          </a:bodyPr>
          <a:lstStyle/>
          <a:p>
            <a:pPr marL="0" indent="0" algn="l" fontAlgn="auto">
              <a:lnSpc>
                <a:spcPct val="100000"/>
              </a:lnSpc>
              <a:defRPr/>
            </a:pPr>
            <a:r>
              <a:rPr lang="en-US" sz="2420" b="1">
                <a:solidFill>
                  <a:schemeClr val="tx1"/>
                </a:solidFill>
                <a:latin typeface="微软雅黑" panose="020B0503020204020204" charset="-122"/>
                <a:ea typeface="微软雅黑" panose="020B0503020204020204" charset="-122"/>
              </a:rPr>
              <a:t>线束接口说明</a:t>
            </a:r>
            <a:endParaRPr lang="en-US" sz="1100"/>
          </a:p>
        </p:txBody>
      </p:sp>
      <p:sp>
        <p:nvSpPr>
          <p:cNvPr id="6" name="TextBox 6"/>
          <p:cNvSpPr txBox="1"/>
          <p:nvPr/>
        </p:nvSpPr>
        <p:spPr>
          <a:xfrm>
            <a:off x="487997" y="1728470"/>
            <a:ext cx="11255270" cy="1700530"/>
          </a:xfrm>
          <a:prstGeom prst="rect">
            <a:avLst/>
          </a:prstGeom>
          <a:noFill/>
        </p:spPr>
        <p:txBody>
          <a:bodyPr vert="horz" wrap="square" lIns="91440" tIns="45720" rIns="91440" bIns="45720" rtlCol="0" anchor="t">
            <a:normAutofit/>
          </a:bodyPr>
          <a:lstStyle/>
          <a:p>
            <a:pPr marL="0" indent="0" algn="l">
              <a:lnSpc>
                <a:spcPct val="110000"/>
              </a:lnSpc>
              <a:buNone/>
              <a:defRPr/>
            </a:pPr>
            <a:r>
              <a:rPr lang="en-US" sz="1400" b="1">
                <a:solidFill>
                  <a:schemeClr val="tx1"/>
                </a:solidFill>
                <a:latin typeface="微软雅黑" panose="020B0503020204020204" charset="-122"/>
                <a:ea typeface="微软雅黑" panose="020B0503020204020204" charset="-122"/>
              </a:rPr>
              <a:t>线束的逆变器接口用于连接逆变器、数据棒接口用于连接数据棒、水晶头接到协议转换单元的RJ45接口。（如下图）</a:t>
            </a:r>
            <a:endParaRPr lang="en-US" sz="1100"/>
          </a:p>
        </p:txBody>
      </p:sp>
      <p:sp>
        <p:nvSpPr>
          <p:cNvPr id="7" name="AutoShape 7"/>
          <p:cNvSpPr/>
          <p:nvPr/>
        </p:nvSpPr>
        <p:spPr>
          <a:xfrm>
            <a:off x="487998" y="1249680"/>
            <a:ext cx="163830" cy="331787"/>
          </a:xfrm>
          <a:prstGeom prst="chevron">
            <a:avLst/>
          </a:prstGeom>
          <a:solidFill>
            <a:srgbClr val="22497C"/>
          </a:solidFill>
          <a:ln>
            <a:noFill/>
          </a:ln>
        </p:spPr>
        <p:txBody>
          <a:bodyPr vert="horz" lIns="91440" tIns="45720" rIns="91440" bIns="45720" anchor="ctr"/>
          <a:p>
            <a:pPr marL="0" algn="ctr"/>
          </a:p>
        </p:txBody>
      </p:sp>
      <p:sp>
        <p:nvSpPr>
          <p:cNvPr id="8" name="AutoShape 8"/>
          <p:cNvSpPr/>
          <p:nvPr/>
        </p:nvSpPr>
        <p:spPr>
          <a:xfrm>
            <a:off x="634366" y="1249680"/>
            <a:ext cx="163830" cy="331787"/>
          </a:xfrm>
          <a:prstGeom prst="chevron">
            <a:avLst/>
          </a:prstGeom>
          <a:solidFill>
            <a:srgbClr val="22497C"/>
          </a:solidFill>
          <a:ln>
            <a:noFill/>
          </a:ln>
        </p:spPr>
        <p:txBody>
          <a:bodyPr vert="horz" lIns="91440" tIns="45720" rIns="91440" bIns="45720" anchor="ctr"/>
          <a:p>
            <a:pPr marL="0" algn="ctr"/>
          </a:p>
        </p:txBody>
      </p:sp>
      <p:sp>
        <p:nvSpPr>
          <p:cNvPr id="9" name="AutoShape 9"/>
          <p:cNvSpPr/>
          <p:nvPr/>
        </p:nvSpPr>
        <p:spPr>
          <a:xfrm>
            <a:off x="774225" y="1249680"/>
            <a:ext cx="163830" cy="331787"/>
          </a:xfrm>
          <a:prstGeom prst="chevron">
            <a:avLst/>
          </a:prstGeom>
          <a:solidFill>
            <a:srgbClr val="22497C"/>
          </a:solidFill>
          <a:ln>
            <a:noFill/>
          </a:ln>
        </p:spPr>
        <p:txBody>
          <a:bodyPr vert="horz" lIns="91440" tIns="45720" rIns="91440" bIns="45720" anchor="ctr"/>
          <a:p>
            <a:pPr marL="0" algn="ct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extBox 2"/>
          <p:cNvSpPr txBox="1"/>
          <p:nvPr/>
        </p:nvSpPr>
        <p:spPr>
          <a:xfrm>
            <a:off x="334963" y="161290"/>
            <a:ext cx="8737917" cy="677930"/>
          </a:xfrm>
          <a:prstGeom prst="rect">
            <a:avLst/>
          </a:prstGeom>
        </p:spPr>
        <p:txBody>
          <a:bodyPr vert="horz" lIns="91440" tIns="45720" rIns="91440" bIns="45720" rtlCol="0" anchor="ctr"/>
          <a:lstStyle/>
          <a:p>
            <a:pPr marL="0" algn="just">
              <a:lnSpc>
                <a:spcPct val="100000"/>
              </a:lnSpc>
              <a:spcBef>
                <a:spcPct val="0"/>
              </a:spcBef>
              <a:defRPr/>
            </a:pPr>
            <a:r>
              <a:rPr lang="zh-CN" altLang="en-US" sz="2800" b="1">
                <a:solidFill>
                  <a:srgbClr val="00367A"/>
                </a:solidFill>
                <a:latin typeface="微软雅黑" panose="020B0503020204020204" charset="-122"/>
                <a:ea typeface="微软雅黑" panose="020B0503020204020204" charset="-122"/>
              </a:rPr>
              <a:t>（二）光伏协议转换单元介绍</a:t>
            </a:r>
            <a:endParaRPr lang="en-US" sz="1100"/>
          </a:p>
        </p:txBody>
      </p:sp>
      <p:sp>
        <p:nvSpPr>
          <p:cNvPr id="3" name="AutoShape 3"/>
          <p:cNvSpPr/>
          <p:nvPr/>
        </p:nvSpPr>
        <p:spPr>
          <a:xfrm>
            <a:off x="1270" y="2203450"/>
            <a:ext cx="12190730" cy="3133090"/>
          </a:xfrm>
          <a:prstGeom prst="rect">
            <a:avLst/>
          </a:prstGeom>
          <a:solidFill>
            <a:schemeClr val="bg1">
              <a:lumMod val="95000"/>
            </a:schemeClr>
          </a:solidFill>
          <a:ln>
            <a:noFill/>
          </a:ln>
        </p:spPr>
        <p:txBody>
          <a:bodyPr vert="horz" lIns="91440" tIns="45720" rIns="91440" bIns="45720" anchor="ctr"/>
          <a:p>
            <a:pPr marL="0" algn="ctr"/>
          </a:p>
        </p:txBody>
      </p:sp>
      <p:sp>
        <p:nvSpPr>
          <p:cNvPr id="4" name="TextBox 4"/>
          <p:cNvSpPr txBox="1"/>
          <p:nvPr/>
        </p:nvSpPr>
        <p:spPr>
          <a:xfrm>
            <a:off x="334994" y="2361941"/>
            <a:ext cx="2656810" cy="369332"/>
          </a:xfrm>
          <a:prstGeom prst="rect">
            <a:avLst/>
          </a:prstGeom>
          <a:noFill/>
        </p:spPr>
        <p:txBody>
          <a:bodyPr vert="horz" wrap="square" lIns="91440" tIns="45720" rIns="91440" bIns="45720" rtlCol="0" anchor="t">
            <a:normAutofit/>
          </a:bodyPr>
          <a:lstStyle/>
          <a:p>
            <a:pPr marL="0" indent="0" algn="l" fontAlgn="auto">
              <a:lnSpc>
                <a:spcPct val="100000"/>
              </a:lnSpc>
              <a:defRPr/>
            </a:pPr>
            <a:r>
              <a:rPr lang="en-US" sz="2320" b="1">
                <a:solidFill>
                  <a:srgbClr val="00367A"/>
                </a:solidFill>
                <a:effectLst>
                  <a:outerShdw blurRad="38100" dist="19050" dir="2700000" algn="tl" rotWithShape="0">
                    <a:schemeClr val="dk1">
                      <a:alpha val="40000"/>
                    </a:schemeClr>
                  </a:outerShdw>
                </a:effectLst>
                <a:latin typeface="微软雅黑" panose="020B0503020204020204" charset="-122"/>
                <a:ea typeface="微软雅黑" panose="020B0503020204020204" charset="-122"/>
              </a:rPr>
              <a:t>接线方式概述</a:t>
            </a:r>
            <a:endParaRPr lang="en-US" sz="1100"/>
          </a:p>
        </p:txBody>
      </p:sp>
      <p:sp>
        <p:nvSpPr>
          <p:cNvPr id="5" name="TextBox 5"/>
          <p:cNvSpPr txBox="1"/>
          <p:nvPr/>
        </p:nvSpPr>
        <p:spPr>
          <a:xfrm>
            <a:off x="334963" y="2715344"/>
            <a:ext cx="4391041" cy="2376420"/>
          </a:xfrm>
          <a:prstGeom prst="rect">
            <a:avLst/>
          </a:prstGeom>
          <a:noFill/>
        </p:spPr>
        <p:txBody>
          <a:bodyPr vert="horz" wrap="square" lIns="91440" tIns="45720" rIns="91440" bIns="45720" rtlCol="0" anchor="t">
            <a:normAutofit/>
          </a:bodyPr>
          <a:lstStyle/>
          <a:p>
            <a:pPr marL="0" indent="0" algn="l">
              <a:lnSpc>
                <a:spcPct val="150000"/>
              </a:lnSpc>
              <a:buNone/>
              <a:defRPr/>
            </a:pPr>
            <a:r>
              <a:rPr lang="en-US" sz="1400">
                <a:solidFill>
                  <a:schemeClr val="tx1">
                    <a:lumMod val="95000"/>
                    <a:lumOff val="5000"/>
                  </a:schemeClr>
                </a:solidFill>
                <a:latin typeface="微软雅黑" panose="020B0503020204020204" charset="-122"/>
                <a:ea typeface="微软雅黑" panose="020B0503020204020204" charset="-122"/>
              </a:rPr>
              <a:t>协议转换单元与逆变器接线方式分两种。一是通过RS-485连接逆变器；二是通过适配逆变器与协议转换单元通信的线束（RJ45）连接逆变器。</a:t>
            </a:r>
            <a:endParaRPr lang="en-US" sz="1100"/>
          </a:p>
        </p:txBody>
      </p:sp>
      <p:sp>
        <p:nvSpPr>
          <p:cNvPr id="6" name="TextBox 6"/>
          <p:cNvSpPr txBox="1"/>
          <p:nvPr/>
        </p:nvSpPr>
        <p:spPr>
          <a:xfrm>
            <a:off x="8361543" y="2361941"/>
            <a:ext cx="2656810" cy="369332"/>
          </a:xfrm>
          <a:prstGeom prst="rect">
            <a:avLst/>
          </a:prstGeom>
          <a:noFill/>
        </p:spPr>
        <p:txBody>
          <a:bodyPr vert="horz" wrap="square" lIns="91440" tIns="45720" rIns="91440" bIns="45720" rtlCol="0" anchor="t">
            <a:normAutofit/>
          </a:bodyPr>
          <a:lstStyle/>
          <a:p>
            <a:pPr marL="0" indent="0" algn="l" fontAlgn="auto">
              <a:lnSpc>
                <a:spcPct val="100000"/>
              </a:lnSpc>
              <a:defRPr/>
            </a:pPr>
            <a:r>
              <a:rPr lang="en-US" sz="2320" b="1">
                <a:solidFill>
                  <a:srgbClr val="00367A"/>
                </a:solidFill>
                <a:effectLst>
                  <a:outerShdw blurRad="38100" dist="19050" dir="2700000" algn="tl" rotWithShape="0">
                    <a:schemeClr val="dk1">
                      <a:alpha val="40000"/>
                    </a:schemeClr>
                  </a:outerShdw>
                </a:effectLst>
                <a:latin typeface="微软雅黑" panose="020B0503020204020204" charset="-122"/>
                <a:ea typeface="微软雅黑" panose="020B0503020204020204" charset="-122"/>
              </a:rPr>
              <a:t>接口功能详解</a:t>
            </a:r>
            <a:endParaRPr lang="en-US" sz="1100"/>
          </a:p>
        </p:txBody>
      </p:sp>
      <p:sp>
        <p:nvSpPr>
          <p:cNvPr id="7" name="TextBox 7"/>
          <p:cNvSpPr txBox="1"/>
          <p:nvPr/>
        </p:nvSpPr>
        <p:spPr>
          <a:xfrm>
            <a:off x="8361513" y="2715344"/>
            <a:ext cx="3602690" cy="2376420"/>
          </a:xfrm>
          <a:prstGeom prst="rect">
            <a:avLst/>
          </a:prstGeom>
          <a:noFill/>
        </p:spPr>
        <p:txBody>
          <a:bodyPr vert="horz" wrap="square" lIns="91440" tIns="45720" rIns="91440" bIns="45720" rtlCol="0" anchor="t">
            <a:normAutofit fontScale="90000" lnSpcReduction="10000"/>
          </a:bodyPr>
          <a:lstStyle/>
          <a:p>
            <a:pPr marL="0" indent="0" algn="l">
              <a:lnSpc>
                <a:spcPct val="150000"/>
              </a:lnSpc>
              <a:buNone/>
              <a:defRPr/>
            </a:pPr>
            <a:r>
              <a:rPr lang="en-US" sz="1400">
                <a:solidFill>
                  <a:schemeClr val="tx1">
                    <a:lumMod val="95000"/>
                    <a:lumOff val="5000"/>
                  </a:schemeClr>
                </a:solidFill>
                <a:latin typeface="微软雅黑" panose="020B0503020204020204" charset="-122"/>
                <a:ea typeface="微软雅黑" panose="020B0503020204020204" charset="-122"/>
              </a:rPr>
              <a:t>1.协议转换单元有一个220V电源接口、两个485接口；RS-485I接口为上行通信（该接口接厂家设备，现场一般不用接线）；
2.RS-485Ⅱ接口为下行通信用于光伏逆变器信息采集；两个RJ45接口支持2路光伏逆变器接入，单台逆变器时优先选择接RJ45I接口（一个协议转换单元理论上可以接三台逆变器，分别是RS-485Ⅱ一路，两个RJ45各一路）。</a:t>
            </a:r>
            <a:endParaRPr lang="en-US" sz="1100"/>
          </a:p>
        </p:txBody>
      </p:sp>
      <p:pic>
        <p:nvPicPr>
          <p:cNvPr id="8" name="image.png"/>
          <p:cNvPicPr>
            <a:picLocks noChangeAspect="1"/>
          </p:cNvPicPr>
          <p:nvPr/>
        </p:nvPicPr>
        <p:blipFill>
          <a:blip r:embed="rId1"/>
          <a:srcRect/>
          <a:stretch>
            <a:fillRect/>
          </a:stretch>
        </p:blipFill>
        <p:spPr>
          <a:xfrm>
            <a:off x="4648200" y="1676400"/>
            <a:ext cx="3742690" cy="4466590"/>
          </a:xfrm>
          <a:prstGeom prst="roundRect">
            <a:avLst>
              <a:gd name="adj" fmla="val 12969"/>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AutoShape 2"/>
          <p:cNvSpPr/>
          <p:nvPr>
            <p:ph type="title" idx="4294967295"/>
          </p:nvPr>
        </p:nvSpPr>
        <p:spPr>
          <a:xfrm>
            <a:off x="5192452" y="2533650"/>
            <a:ext cx="5726560" cy="895350"/>
          </a:xfrm>
        </p:spPr>
        <p:txBody>
          <a:bodyPr vert="horz" lIns="91440" tIns="45720" rIns="91440" bIns="45720" anchor="b">
            <a:normAutofit/>
          </a:bodyPr>
          <a:p>
            <a:pPr algn="l">
              <a:lnSpc>
                <a:spcPct val="90000"/>
              </a:lnSpc>
              <a:spcBef>
                <a:spcPct val="0"/>
              </a:spcBef>
            </a:pPr>
            <a:r>
              <a:rPr lang="en-US" sz="2800" b="1">
                <a:solidFill>
                  <a:schemeClr val="accent3"/>
                </a:solidFill>
                <a:latin typeface="Arial" panose="020B0604020202020204"/>
                <a:ea typeface="Arial" panose="020B0604020202020204"/>
              </a:rPr>
              <a:t>现场安装</a:t>
            </a:r>
            <a:endParaRPr lang="en-US" sz="2800" b="1">
              <a:solidFill>
                <a:schemeClr val="accent3"/>
              </a:solidFill>
              <a:latin typeface="Arial" panose="020B0604020202020204"/>
              <a:ea typeface="Arial" panose="020B0604020202020204"/>
            </a:endParaRPr>
          </a:p>
        </p:txBody>
      </p:sp>
      <p:sp>
        <p:nvSpPr>
          <p:cNvPr id="3" name="Freeform 3"/>
          <p:cNvSpPr/>
          <p:nvPr/>
        </p:nvSpPr>
        <p:spPr>
          <a:xfrm rot="5400000">
            <a:off x="4330286" y="-1035543"/>
            <a:ext cx="3563258" cy="12223827"/>
          </a:xfrm>
          <a:custGeom>
            <a:avLst/>
            <a:gdLst/>
            <a:ahLst/>
            <a:cxnLst/>
            <a:rect l="l" t="t" r="r" b="b"/>
            <a:pathLst>
              <a:path w="2822561" h="6318943">
                <a:moveTo>
                  <a:pt x="5615" y="5615"/>
                </a:moveTo>
                <a:cubicBezTo>
                  <a:pt x="5615" y="5615"/>
                  <a:pt x="48291" y="914525"/>
                  <a:pt x="519217" y="1278388"/>
                </a:cubicBezTo>
                <a:cubicBezTo>
                  <a:pt x="990143" y="1642251"/>
                  <a:pt x="1502995" y="1898303"/>
                  <a:pt x="1385451" y="2658224"/>
                </a:cubicBezTo>
                <a:cubicBezTo>
                  <a:pt x="1267907" y="3417395"/>
                  <a:pt x="808211" y="3534940"/>
                  <a:pt x="796981" y="4230473"/>
                </a:cubicBezTo>
                <a:cubicBezTo>
                  <a:pt x="786499" y="4925257"/>
                  <a:pt x="1096457" y="5128901"/>
                  <a:pt x="1011106" y="5545921"/>
                </a:cubicBezTo>
                <a:cubicBezTo>
                  <a:pt x="925755" y="5962942"/>
                  <a:pt x="358997" y="6315574"/>
                  <a:pt x="358997" y="6315574"/>
                </a:cubicBezTo>
                <a:lnTo>
                  <a:pt x="2818444" y="6315574"/>
                </a:lnTo>
                <a:lnTo>
                  <a:pt x="2818444" y="5615"/>
                </a:lnTo>
                <a:lnTo>
                  <a:pt x="5615" y="5615"/>
                </a:lnTo>
                <a:close/>
              </a:path>
            </a:pathLst>
          </a:custGeom>
          <a:solidFill>
            <a:schemeClr val="accent1">
              <a:alpha val="26000"/>
            </a:schemeClr>
          </a:solidFill>
          <a:ln cap="flat">
            <a:noFill/>
            <a:prstDash val="solid"/>
            <a:miter lim="800000"/>
          </a:ln>
          <a:effectLst/>
        </p:spPr>
        <p:txBody>
          <a:bodyPr vert="horz" lIns="91440" tIns="45720" rIns="91440" bIns="45720" anchor="ctr">
            <a:normAutofit/>
          </a:bodyPr>
          <a:p>
            <a:pPr marL="0" algn="l"/>
          </a:p>
        </p:txBody>
      </p:sp>
      <p:sp>
        <p:nvSpPr>
          <p:cNvPr id="4" name="Freeform 4"/>
          <p:cNvSpPr/>
          <p:nvPr/>
        </p:nvSpPr>
        <p:spPr>
          <a:xfrm rot="5400000">
            <a:off x="4387805" y="-978024"/>
            <a:ext cx="3448220" cy="12223827"/>
          </a:xfrm>
          <a:custGeom>
            <a:avLst/>
            <a:gdLst/>
            <a:ahLst/>
            <a:cxnLst/>
            <a:rect l="l" t="t" r="r" b="b"/>
            <a:pathLst>
              <a:path w="2822561" h="6318943">
                <a:moveTo>
                  <a:pt x="5615" y="5615"/>
                </a:moveTo>
                <a:cubicBezTo>
                  <a:pt x="5615" y="5615"/>
                  <a:pt x="48291" y="914525"/>
                  <a:pt x="519217" y="1278388"/>
                </a:cubicBezTo>
                <a:cubicBezTo>
                  <a:pt x="990143" y="1642251"/>
                  <a:pt x="1502995" y="1898303"/>
                  <a:pt x="1385451" y="2658224"/>
                </a:cubicBezTo>
                <a:cubicBezTo>
                  <a:pt x="1267907" y="3417395"/>
                  <a:pt x="808211" y="3534940"/>
                  <a:pt x="796981" y="4230473"/>
                </a:cubicBezTo>
                <a:cubicBezTo>
                  <a:pt x="786499" y="4925257"/>
                  <a:pt x="1096457" y="5128901"/>
                  <a:pt x="1011106" y="5545921"/>
                </a:cubicBezTo>
                <a:cubicBezTo>
                  <a:pt x="925755" y="5962942"/>
                  <a:pt x="358997" y="6315574"/>
                  <a:pt x="358997" y="6315574"/>
                </a:cubicBezTo>
                <a:lnTo>
                  <a:pt x="2818444" y="6315574"/>
                </a:lnTo>
                <a:lnTo>
                  <a:pt x="2818444" y="5615"/>
                </a:lnTo>
                <a:lnTo>
                  <a:pt x="5615" y="5615"/>
                </a:lnTo>
                <a:close/>
              </a:path>
            </a:pathLst>
          </a:custGeom>
          <a:solidFill>
            <a:schemeClr val="accent2"/>
          </a:solidFill>
          <a:ln cap="flat">
            <a:noFill/>
            <a:prstDash val="solid"/>
            <a:miter lim="800000"/>
          </a:ln>
          <a:effectLst/>
        </p:spPr>
        <p:txBody>
          <a:bodyPr vert="horz" lIns="91440" tIns="45720" rIns="91440" bIns="45720" anchor="ctr">
            <a:normAutofit/>
          </a:bodyPr>
          <a:p>
            <a:pPr marL="0" algn="l"/>
          </a:p>
        </p:txBody>
      </p:sp>
      <p:sp>
        <p:nvSpPr>
          <p:cNvPr id="5" name="Freeform 5"/>
          <p:cNvSpPr/>
          <p:nvPr/>
        </p:nvSpPr>
        <p:spPr>
          <a:xfrm rot="5400000">
            <a:off x="4523093" y="-842735"/>
            <a:ext cx="3177641" cy="12223827"/>
          </a:xfrm>
          <a:custGeom>
            <a:avLst/>
            <a:gdLst/>
            <a:ahLst/>
            <a:cxnLst/>
            <a:rect l="l" t="t" r="r" b="b"/>
            <a:pathLst>
              <a:path w="2822561" h="6318943">
                <a:moveTo>
                  <a:pt x="5615" y="5615"/>
                </a:moveTo>
                <a:cubicBezTo>
                  <a:pt x="5615" y="5615"/>
                  <a:pt x="48291" y="914525"/>
                  <a:pt x="519217" y="1278388"/>
                </a:cubicBezTo>
                <a:cubicBezTo>
                  <a:pt x="990143" y="1642251"/>
                  <a:pt x="1502995" y="1898303"/>
                  <a:pt x="1385451" y="2658224"/>
                </a:cubicBezTo>
                <a:cubicBezTo>
                  <a:pt x="1267907" y="3417395"/>
                  <a:pt x="808211" y="3534940"/>
                  <a:pt x="796981" y="4230473"/>
                </a:cubicBezTo>
                <a:cubicBezTo>
                  <a:pt x="786499" y="4925257"/>
                  <a:pt x="1096457" y="5128901"/>
                  <a:pt x="1011106" y="5545921"/>
                </a:cubicBezTo>
                <a:cubicBezTo>
                  <a:pt x="925755" y="5962942"/>
                  <a:pt x="358997" y="6315574"/>
                  <a:pt x="358997" y="6315574"/>
                </a:cubicBezTo>
                <a:lnTo>
                  <a:pt x="2818444" y="6315574"/>
                </a:lnTo>
                <a:lnTo>
                  <a:pt x="2818444" y="5615"/>
                </a:lnTo>
                <a:lnTo>
                  <a:pt x="5615" y="5615"/>
                </a:lnTo>
                <a:close/>
              </a:path>
            </a:pathLst>
          </a:custGeom>
          <a:solidFill>
            <a:schemeClr val="accent3"/>
          </a:solidFill>
          <a:ln cap="flat">
            <a:noFill/>
            <a:prstDash val="solid"/>
            <a:miter lim="800000"/>
          </a:ln>
          <a:effectLst/>
        </p:spPr>
        <p:txBody>
          <a:bodyPr vert="horz" lIns="91440" tIns="45720" rIns="91440" bIns="45720" anchor="ctr">
            <a:normAutofit/>
          </a:bodyPr>
          <a:p>
            <a:pPr marL="0" algn="l"/>
          </a:p>
        </p:txBody>
      </p:sp>
      <p:sp>
        <p:nvSpPr>
          <p:cNvPr id="6" name="Freeform 6"/>
          <p:cNvSpPr/>
          <p:nvPr/>
        </p:nvSpPr>
        <p:spPr>
          <a:xfrm rot="5400000">
            <a:off x="4688216" y="-677612"/>
            <a:ext cx="2847395" cy="12223827"/>
          </a:xfrm>
          <a:custGeom>
            <a:avLst/>
            <a:gdLst/>
            <a:ahLst/>
            <a:cxnLst/>
            <a:rect l="l" t="t" r="r" b="b"/>
            <a:pathLst>
              <a:path w="2822561" h="6318943">
                <a:moveTo>
                  <a:pt x="5615" y="5615"/>
                </a:moveTo>
                <a:cubicBezTo>
                  <a:pt x="5615" y="5615"/>
                  <a:pt x="48291" y="914525"/>
                  <a:pt x="519217" y="1278388"/>
                </a:cubicBezTo>
                <a:cubicBezTo>
                  <a:pt x="990143" y="1642251"/>
                  <a:pt x="1502995" y="1898303"/>
                  <a:pt x="1385451" y="2658224"/>
                </a:cubicBezTo>
                <a:cubicBezTo>
                  <a:pt x="1267907" y="3417395"/>
                  <a:pt x="808211" y="3534940"/>
                  <a:pt x="796981" y="4230473"/>
                </a:cubicBezTo>
                <a:cubicBezTo>
                  <a:pt x="786499" y="4925257"/>
                  <a:pt x="1096457" y="5128901"/>
                  <a:pt x="1011106" y="5545921"/>
                </a:cubicBezTo>
                <a:cubicBezTo>
                  <a:pt x="925755" y="5962942"/>
                  <a:pt x="358997" y="6315574"/>
                  <a:pt x="358997" y="6315574"/>
                </a:cubicBezTo>
                <a:lnTo>
                  <a:pt x="2818444" y="6315574"/>
                </a:lnTo>
                <a:lnTo>
                  <a:pt x="2818444" y="5615"/>
                </a:lnTo>
                <a:lnTo>
                  <a:pt x="5615" y="5615"/>
                </a:lnTo>
                <a:close/>
              </a:path>
            </a:pathLst>
          </a:custGeom>
          <a:solidFill>
            <a:schemeClr val="accent4"/>
          </a:solidFill>
          <a:ln cap="flat">
            <a:noFill/>
            <a:prstDash val="solid"/>
            <a:miter lim="800000"/>
          </a:ln>
          <a:effectLst/>
        </p:spPr>
        <p:txBody>
          <a:bodyPr vert="horz" lIns="91440" tIns="45720" rIns="91440" bIns="45720" anchor="ctr">
            <a:normAutofit/>
          </a:bodyPr>
          <a:p>
            <a:pPr marL="0" algn="l"/>
          </a:p>
        </p:txBody>
      </p:sp>
      <p:sp>
        <p:nvSpPr>
          <p:cNvPr id="7" name="TextBox 7"/>
          <p:cNvSpPr txBox="1"/>
          <p:nvPr/>
        </p:nvSpPr>
        <p:spPr>
          <a:xfrm>
            <a:off x="3761588" y="2233808"/>
            <a:ext cx="1430864" cy="1446550"/>
          </a:xfrm>
          <a:prstGeom prst="rect">
            <a:avLst/>
          </a:prstGeom>
          <a:noFill/>
        </p:spPr>
        <p:txBody>
          <a:bodyPr vert="horz" wrap="square" lIns="91440" tIns="45720" rIns="91440" bIns="45720" rtlCol="0" anchor="t">
            <a:spAutoFit/>
          </a:bodyPr>
          <a:lstStyle/>
          <a:p>
            <a:pPr marL="0" algn="ctr">
              <a:defRPr/>
            </a:pPr>
            <a:r>
              <a:rPr lang="en-US" sz="8800" spc="100">
                <a:solidFill>
                  <a:schemeClr val="accent3"/>
                </a:solidFill>
                <a:latin typeface="Impact" panose="020B0806030902050204"/>
                <a:ea typeface="Impact" panose="020B0806030902050204"/>
              </a:rPr>
              <a:t>03</a:t>
            </a:r>
            <a:endParaRPr lang="en-US" sz="1100"/>
          </a:p>
        </p:txBody>
      </p:sp>
    </p:spTree>
  </p:cSld>
  <p:clrMapOvr>
    <a:masterClrMapping/>
  </p:clrMapOvr>
  <p:transition/>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AutoShape 2"/>
          <p:cNvSpPr/>
          <p:nvPr/>
        </p:nvSpPr>
        <p:spPr>
          <a:xfrm>
            <a:off x="5708015" y="3886200"/>
            <a:ext cx="5153660" cy="2209800"/>
          </a:xfrm>
          <a:prstGeom prst="rect">
            <a:avLst/>
          </a:prstGeom>
          <a:solidFill>
            <a:srgbClr val="1B3E77"/>
          </a:solidFill>
          <a:ln>
            <a:noFill/>
          </a:ln>
        </p:spPr>
        <p:txBody>
          <a:bodyPr vert="horz" lIns="91440" tIns="45720" rIns="91440" bIns="45720" anchor="ctr"/>
          <a:p>
            <a:pPr marL="0" algn="ctr"/>
          </a:p>
        </p:txBody>
      </p:sp>
      <p:sp>
        <p:nvSpPr>
          <p:cNvPr id="3" name="TextBox 3"/>
          <p:cNvSpPr txBox="1"/>
          <p:nvPr/>
        </p:nvSpPr>
        <p:spPr>
          <a:xfrm>
            <a:off x="334963" y="161290"/>
            <a:ext cx="8737917" cy="677930"/>
          </a:xfrm>
          <a:prstGeom prst="rect">
            <a:avLst/>
          </a:prstGeom>
        </p:spPr>
        <p:txBody>
          <a:bodyPr vert="horz" lIns="91440" tIns="45720" rIns="91440" bIns="45720" rtlCol="0" anchor="ctr"/>
          <a:lstStyle/>
          <a:p>
            <a:pPr marL="0" algn="just">
              <a:lnSpc>
                <a:spcPct val="100000"/>
              </a:lnSpc>
              <a:spcBef>
                <a:spcPct val="0"/>
              </a:spcBef>
              <a:defRPr/>
            </a:pPr>
            <a:r>
              <a:rPr lang="zh-CN" altLang="en-US" sz="2800" b="1">
                <a:solidFill>
                  <a:srgbClr val="00367A"/>
                </a:solidFill>
                <a:latin typeface="微软雅黑" panose="020B0503020204020204" charset="-122"/>
                <a:ea typeface="微软雅黑" panose="020B0503020204020204" charset="-122"/>
              </a:rPr>
              <a:t>（一）接线方式</a:t>
            </a:r>
            <a:endParaRPr lang="en-US" sz="1100"/>
          </a:p>
        </p:txBody>
      </p:sp>
      <p:pic>
        <p:nvPicPr>
          <p:cNvPr id="4" name="image.png"/>
          <p:cNvPicPr>
            <a:picLocks noChangeAspect="1"/>
          </p:cNvPicPr>
          <p:nvPr/>
        </p:nvPicPr>
        <p:blipFill>
          <a:blip r:embed="rId1"/>
          <a:srcRect/>
          <a:stretch>
            <a:fillRect/>
          </a:stretch>
        </p:blipFill>
        <p:spPr>
          <a:xfrm>
            <a:off x="1295400" y="3886200"/>
            <a:ext cx="4305935" cy="2209800"/>
          </a:xfrm>
          <a:prstGeom prst="rect">
            <a:avLst/>
          </a:prstGeom>
        </p:spPr>
      </p:pic>
      <p:sp>
        <p:nvSpPr>
          <p:cNvPr id="5" name="AutoShape 5"/>
          <p:cNvSpPr/>
          <p:nvPr/>
        </p:nvSpPr>
        <p:spPr>
          <a:xfrm>
            <a:off x="1295400" y="1676400"/>
            <a:ext cx="4297680" cy="2209800"/>
          </a:xfrm>
          <a:prstGeom prst="rect">
            <a:avLst/>
          </a:prstGeom>
          <a:solidFill>
            <a:srgbClr val="4472C4">
              <a:alpha val="10000"/>
            </a:srgbClr>
          </a:solidFill>
          <a:ln>
            <a:noFill/>
          </a:ln>
        </p:spPr>
        <p:txBody>
          <a:bodyPr vert="horz" lIns="91440" tIns="45720" rIns="91440" bIns="45720" anchor="ctr"/>
          <a:p>
            <a:pPr marL="0" algn="ctr"/>
          </a:p>
        </p:txBody>
      </p:sp>
      <p:pic>
        <p:nvPicPr>
          <p:cNvPr id="6" name="image.png"/>
          <p:cNvPicPr>
            <a:picLocks noChangeAspect="1"/>
          </p:cNvPicPr>
          <p:nvPr/>
        </p:nvPicPr>
        <p:blipFill>
          <a:blip r:embed="rId2"/>
          <a:srcRect/>
          <a:stretch>
            <a:fillRect/>
          </a:stretch>
        </p:blipFill>
        <p:spPr>
          <a:xfrm>
            <a:off x="5708015" y="1609090"/>
            <a:ext cx="5153025" cy="2209800"/>
          </a:xfrm>
          <a:prstGeom prst="rect">
            <a:avLst/>
          </a:prstGeom>
          <a:solidFill>
            <a:schemeClr val="bg1"/>
          </a:solidFill>
        </p:spPr>
      </p:pic>
      <p:sp>
        <p:nvSpPr>
          <p:cNvPr id="8" name="TextBox 8"/>
          <p:cNvSpPr txBox="1"/>
          <p:nvPr/>
        </p:nvSpPr>
        <p:spPr>
          <a:xfrm>
            <a:off x="1447799" y="1876425"/>
            <a:ext cx="6640195" cy="1618615"/>
          </a:xfrm>
          <a:prstGeom prst="rect">
            <a:avLst/>
          </a:prstGeom>
          <a:noFill/>
        </p:spPr>
        <p:txBody>
          <a:bodyPr vert="horz" wrap="square" lIns="91440" tIns="45720" rIns="91440" bIns="45720" rtlCol="0" anchor="t">
            <a:normAutofit/>
          </a:bodyPr>
          <a:lstStyle/>
          <a:p>
            <a:pPr marL="0" indent="0" algn="l">
              <a:lnSpc>
                <a:spcPct val="110000"/>
              </a:lnSpc>
              <a:buNone/>
              <a:defRPr/>
            </a:pPr>
            <a:r>
              <a:rPr lang="en-US" sz="1400" b="1">
                <a:solidFill>
                  <a:schemeClr val="tx1"/>
                </a:solidFill>
                <a:latin typeface="微软雅黑" panose="020B0503020204020204" charset="-122"/>
                <a:ea typeface="微软雅黑" panose="020B0503020204020204" charset="-122"/>
              </a:rPr>
              <a:t>方式一（RS-485Ⅱ）：</a:t>
            </a:r>
            <a:endParaRPr lang="en-US" sz="1100"/>
          </a:p>
        </p:txBody>
      </p:sp>
      <p:sp>
        <p:nvSpPr>
          <p:cNvPr id="9" name="TextBox 9"/>
          <p:cNvSpPr txBox="1"/>
          <p:nvPr/>
        </p:nvSpPr>
        <p:spPr>
          <a:xfrm>
            <a:off x="5791201" y="3962400"/>
            <a:ext cx="6640195" cy="361950"/>
          </a:xfrm>
          <a:prstGeom prst="rect">
            <a:avLst/>
          </a:prstGeom>
          <a:noFill/>
        </p:spPr>
        <p:txBody>
          <a:bodyPr vert="horz" wrap="square" lIns="91440" tIns="45720" rIns="91440" bIns="45720" rtlCol="0" anchor="t">
            <a:normAutofit/>
          </a:bodyPr>
          <a:lstStyle/>
          <a:p>
            <a:pPr marL="0" indent="0" algn="l" fontAlgn="auto">
              <a:lnSpc>
                <a:spcPct val="100000"/>
              </a:lnSpc>
              <a:defRPr/>
            </a:pPr>
            <a:r>
              <a:rPr lang="en-US" sz="1450" b="1">
                <a:solidFill>
                  <a:schemeClr val="accent1">
                    <a:lumMod val="20000"/>
                    <a:lumOff val="80000"/>
                  </a:schemeClr>
                </a:solidFill>
                <a:latin typeface="微软雅黑" panose="020B0503020204020204" charset="-122"/>
                <a:ea typeface="微软雅黑" panose="020B0503020204020204" charset="-122"/>
              </a:rPr>
              <a:t>方式二（线束（RJ45））</a:t>
            </a:r>
            <a:endParaRPr lang="en-US" sz="110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AutoShape 2"/>
          <p:cNvSpPr/>
          <p:nvPr>
            <p:ph type="title"/>
          </p:nvPr>
        </p:nvSpPr>
        <p:spPr>
          <a:xfrm>
            <a:off x="334963" y="161290"/>
            <a:ext cx="8737917" cy="677930"/>
          </a:xfrm>
        </p:spPr>
        <p:txBody>
          <a:bodyPr vert="horz" lIns="91440" tIns="45720" rIns="91440" bIns="45720" anchor="b">
            <a:normAutofit/>
          </a:bodyPr>
          <a:p>
            <a:pPr algn="just">
              <a:lnSpc>
                <a:spcPct val="100000"/>
              </a:lnSpc>
              <a:spcBef>
                <a:spcPct val="0"/>
              </a:spcBef>
            </a:pPr>
            <a:r>
              <a:rPr lang="en-US" sz="2800" b="1">
                <a:solidFill>
                  <a:srgbClr val="00367A"/>
                </a:solidFill>
                <a:latin typeface="微软雅黑" panose="020B0503020204020204" charset="-122"/>
                <a:ea typeface="微软雅黑" panose="020B0503020204020204" charset="-122"/>
              </a:rPr>
              <a:t>（三）安装要求</a:t>
            </a:r>
            <a:endParaRPr lang="en-US" sz="2800" b="1">
              <a:solidFill>
                <a:srgbClr val="00367A"/>
              </a:solidFill>
              <a:latin typeface="微软雅黑" panose="020B0503020204020204" charset="-122"/>
              <a:ea typeface="微软雅黑" panose="020B0503020204020204" charset="-122"/>
            </a:endParaRPr>
          </a:p>
        </p:txBody>
      </p:sp>
      <p:grpSp>
        <p:nvGrpSpPr>
          <p:cNvPr id="22" name="组合 13"/>
          <p:cNvGrpSpPr/>
          <p:nvPr/>
        </p:nvGrpSpPr>
        <p:grpSpPr>
          <a:xfrm>
            <a:off x="5257483" y="1600200"/>
            <a:ext cx="5554345" cy="4309110"/>
            <a:chOff x="6865" y="107920"/>
            <a:chExt cx="8747" cy="6786"/>
          </a:xfrm>
        </p:grpSpPr>
        <p:pic>
          <p:nvPicPr>
            <p:cNvPr id="23" name="图片 11" descr="92c8eced469f44a2553dfac58499f824"/>
            <p:cNvPicPr>
              <a:picLocks noChangeAspect="1"/>
            </p:cNvPicPr>
            <p:nvPr/>
          </p:nvPicPr>
          <p:blipFill>
            <a:blip r:embed="rId1"/>
            <a:stretch>
              <a:fillRect/>
            </a:stretch>
          </p:blipFill>
          <p:spPr>
            <a:xfrm>
              <a:off x="6865" y="107934"/>
              <a:ext cx="4449" cy="6750"/>
            </a:xfrm>
            <a:prstGeom prst="rect">
              <a:avLst/>
            </a:prstGeom>
          </p:spPr>
        </p:pic>
        <p:pic>
          <p:nvPicPr>
            <p:cNvPr id="24" name="图片 10" descr="图片5"/>
            <p:cNvPicPr>
              <a:picLocks noChangeAspect="1"/>
            </p:cNvPicPr>
            <p:nvPr/>
          </p:nvPicPr>
          <p:blipFill>
            <a:blip r:embed="rId2"/>
            <a:stretch>
              <a:fillRect/>
            </a:stretch>
          </p:blipFill>
          <p:spPr>
            <a:xfrm>
              <a:off x="11758" y="107920"/>
              <a:ext cx="3848" cy="3325"/>
            </a:xfrm>
            <a:prstGeom prst="rect">
              <a:avLst/>
            </a:prstGeom>
            <a:solidFill>
              <a:schemeClr val="tx1"/>
            </a:solidFill>
            <a:ln w="12700" cmpd="sng">
              <a:solidFill>
                <a:schemeClr val="tx1"/>
              </a:solidFill>
              <a:prstDash val="solid"/>
            </a:ln>
          </p:spPr>
        </p:pic>
        <p:pic>
          <p:nvPicPr>
            <p:cNvPr id="25" name="图片 12" descr="图片6"/>
            <p:cNvPicPr>
              <a:picLocks noChangeAspect="1"/>
            </p:cNvPicPr>
            <p:nvPr/>
          </p:nvPicPr>
          <p:blipFill>
            <a:blip r:embed="rId3"/>
            <a:stretch>
              <a:fillRect/>
            </a:stretch>
          </p:blipFill>
          <p:spPr>
            <a:xfrm>
              <a:off x="11758" y="111380"/>
              <a:ext cx="3854" cy="3326"/>
            </a:xfrm>
            <a:prstGeom prst="rect">
              <a:avLst/>
            </a:prstGeom>
            <a:solidFill>
              <a:schemeClr val="tx1"/>
            </a:solidFill>
            <a:ln w="12700" cmpd="sng">
              <a:solidFill>
                <a:schemeClr val="tx1"/>
              </a:solidFill>
              <a:prstDash val="solid"/>
            </a:ln>
          </p:spPr>
        </p:pic>
      </p:grpSp>
      <p:sp>
        <p:nvSpPr>
          <p:cNvPr id="26" name="文本框 25"/>
          <p:cNvSpPr txBox="1"/>
          <p:nvPr/>
        </p:nvSpPr>
        <p:spPr>
          <a:xfrm>
            <a:off x="552450" y="1752600"/>
            <a:ext cx="4423410" cy="2159000"/>
          </a:xfrm>
          <a:prstGeom prst="rect">
            <a:avLst/>
          </a:prstGeom>
        </p:spPr>
        <p:txBody>
          <a:bodyPr>
            <a:noAutofit/>
          </a:bodyPr>
          <a:p>
            <a:pPr marL="0" indent="406400" algn="l" defTabSz="266700">
              <a:lnSpc>
                <a:spcPct val="150000"/>
              </a:lnSpc>
              <a:spcBef>
                <a:spcPct val="0"/>
              </a:spcBef>
              <a:spcAft>
                <a:spcPct val="0"/>
              </a:spcAft>
            </a:pPr>
            <a:r>
              <a:rPr lang="zh-CN" altLang="en-US" sz="2000" b="0">
                <a:solidFill>
                  <a:srgbClr val="000000"/>
                </a:solidFill>
                <a:latin typeface="+mj-lt"/>
                <a:ea typeface="+mj-lt"/>
                <a:cs typeface="+mj-lt"/>
              </a:rPr>
              <a:t>使用</a:t>
            </a:r>
            <a:r>
              <a:rPr lang="en-US" altLang="zh-CN" sz="2000" b="0">
                <a:solidFill>
                  <a:srgbClr val="000000"/>
                </a:solidFill>
                <a:latin typeface="+mj-lt"/>
                <a:ea typeface="+mj-lt"/>
                <a:cs typeface="+mj-lt"/>
              </a:rPr>
              <a:t>RS485</a:t>
            </a:r>
            <a:r>
              <a:rPr lang="zh-CN" altLang="en-US" sz="2000" b="0">
                <a:solidFill>
                  <a:srgbClr val="000000"/>
                </a:solidFill>
                <a:latin typeface="+mj-lt"/>
                <a:ea typeface="+mj-lt"/>
                <a:cs typeface="+mj-lt"/>
              </a:rPr>
              <a:t>直连的方式连接：应接</a:t>
            </a:r>
            <a:r>
              <a:rPr lang="en-US" altLang="zh-CN" sz="2000" b="0">
                <a:solidFill>
                  <a:srgbClr val="000000"/>
                </a:solidFill>
                <a:latin typeface="+mj-lt"/>
                <a:ea typeface="+mj-lt"/>
                <a:cs typeface="+mj-lt"/>
              </a:rPr>
              <a:t>RS-485II</a:t>
            </a:r>
            <a:r>
              <a:rPr lang="zh-CN" altLang="en-US" sz="2000" b="0">
                <a:solidFill>
                  <a:srgbClr val="000000"/>
                </a:solidFill>
                <a:latin typeface="+mj-lt"/>
                <a:ea typeface="+mj-lt"/>
                <a:cs typeface="+mj-lt"/>
              </a:rPr>
              <a:t>接口，</a:t>
            </a:r>
            <a:r>
              <a:rPr lang="en-US" altLang="zh-CN" sz="2000" b="0">
                <a:solidFill>
                  <a:srgbClr val="000000"/>
                </a:solidFill>
                <a:latin typeface="+mj-lt"/>
                <a:ea typeface="+mj-lt"/>
                <a:cs typeface="+mj-lt"/>
              </a:rPr>
              <a:t>RS-485II</a:t>
            </a:r>
            <a:r>
              <a:rPr lang="zh-CN" altLang="en-US" sz="2000" b="0">
                <a:solidFill>
                  <a:srgbClr val="000000"/>
                </a:solidFill>
                <a:latin typeface="+mj-lt"/>
                <a:ea typeface="+mj-lt"/>
                <a:cs typeface="+mj-lt"/>
              </a:rPr>
              <a:t>接口连通测试工作需要光伏协议转换单元厂家配合处理。（主要测试光伏协议转换单元至逆变器链路是否连通；该项工作可联系厂家提供软件自行测试，如果测试不通应检查逆变器处</a:t>
            </a:r>
            <a:r>
              <a:rPr lang="en-US" altLang="zh-CN" sz="2000" b="0">
                <a:solidFill>
                  <a:srgbClr val="000000"/>
                </a:solidFill>
                <a:latin typeface="+mj-lt"/>
                <a:ea typeface="+mj-lt"/>
                <a:cs typeface="+mj-lt"/>
              </a:rPr>
              <a:t>485</a:t>
            </a:r>
            <a:r>
              <a:rPr lang="zh-CN" altLang="en-US" sz="2000" b="0">
                <a:solidFill>
                  <a:srgbClr val="000000"/>
                </a:solidFill>
                <a:latin typeface="+mj-lt"/>
                <a:ea typeface="+mj-lt"/>
                <a:cs typeface="+mj-lt"/>
              </a:rPr>
              <a:t>线路接线是否正确）</a:t>
            </a:r>
            <a:endParaRPr lang="zh-CN" altLang="en-US" sz="2000" b="0">
              <a:solidFill>
                <a:srgbClr val="000000"/>
              </a:solidFill>
              <a:latin typeface="+mj-lt"/>
              <a:ea typeface="+mj-lt"/>
              <a:cs typeface="+mj-lt"/>
            </a:endParaRPr>
          </a:p>
        </p:txBody>
      </p:sp>
    </p:spTree>
  </p:cSld>
  <p:clrMapOvr>
    <a:masterClrMapping/>
  </p:clrMapOvr>
  <p:transition/>
</p:sld>
</file>

<file path=ppt/slides/slide1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AutoShape 2"/>
          <p:cNvSpPr/>
          <p:nvPr>
            <p:ph type="title"/>
          </p:nvPr>
        </p:nvSpPr>
        <p:spPr>
          <a:xfrm>
            <a:off x="334963" y="161290"/>
            <a:ext cx="8737917" cy="677930"/>
          </a:xfrm>
        </p:spPr>
        <p:txBody>
          <a:bodyPr vert="horz" lIns="91440" tIns="45720" rIns="91440" bIns="45720" anchor="b">
            <a:normAutofit/>
          </a:bodyPr>
          <a:p>
            <a:pPr algn="just">
              <a:lnSpc>
                <a:spcPct val="100000"/>
              </a:lnSpc>
              <a:spcBef>
                <a:spcPct val="0"/>
              </a:spcBef>
            </a:pPr>
            <a:r>
              <a:rPr lang="en-US" sz="2800" b="1">
                <a:solidFill>
                  <a:srgbClr val="00367A"/>
                </a:solidFill>
                <a:latin typeface="微软雅黑" panose="020B0503020204020204" charset="-122"/>
                <a:ea typeface="微软雅黑" panose="020B0503020204020204" charset="-122"/>
              </a:rPr>
              <a:t>（三）安装要求</a:t>
            </a:r>
            <a:endParaRPr lang="en-US" sz="2800" b="1">
              <a:solidFill>
                <a:srgbClr val="00367A"/>
              </a:solidFill>
              <a:latin typeface="微软雅黑" panose="020B0503020204020204" charset="-122"/>
              <a:ea typeface="微软雅黑" panose="020B0503020204020204" charset="-122"/>
            </a:endParaRPr>
          </a:p>
        </p:txBody>
      </p:sp>
      <p:pic>
        <p:nvPicPr>
          <p:cNvPr id="77" name="图片 77" descr="图片11"/>
          <p:cNvPicPr>
            <a:picLocks noChangeAspect="1"/>
          </p:cNvPicPr>
          <p:nvPr/>
        </p:nvPicPr>
        <p:blipFill>
          <a:blip r:embed="rId1"/>
          <a:stretch>
            <a:fillRect/>
          </a:stretch>
        </p:blipFill>
        <p:spPr>
          <a:xfrm>
            <a:off x="6248400" y="1371600"/>
            <a:ext cx="3985260" cy="5055235"/>
          </a:xfrm>
          <a:prstGeom prst="rect">
            <a:avLst/>
          </a:prstGeom>
        </p:spPr>
      </p:pic>
      <p:sp>
        <p:nvSpPr>
          <p:cNvPr id="22" name="文本框 21"/>
          <p:cNvSpPr txBox="1"/>
          <p:nvPr/>
        </p:nvSpPr>
        <p:spPr>
          <a:xfrm>
            <a:off x="1066800" y="1600200"/>
            <a:ext cx="4345940" cy="4246245"/>
          </a:xfrm>
          <a:prstGeom prst="rect">
            <a:avLst/>
          </a:prstGeom>
        </p:spPr>
        <p:txBody>
          <a:bodyPr wrap="square">
            <a:spAutoFit/>
          </a:bodyPr>
          <a:p>
            <a:pPr marL="0" indent="0" algn="just" defTabSz="266700">
              <a:lnSpc>
                <a:spcPct val="150000"/>
              </a:lnSpc>
              <a:spcBef>
                <a:spcPct val="0"/>
              </a:spcBef>
              <a:spcAft>
                <a:spcPct val="0"/>
              </a:spcAft>
            </a:pPr>
            <a:r>
              <a:rPr lang="zh-CN" altLang="en-US" sz="2000" b="0">
                <a:solidFill>
                  <a:srgbClr val="000000"/>
                </a:solidFill>
                <a:latin typeface="+mj-lt"/>
                <a:ea typeface="+mj-lt"/>
                <a:cs typeface="+mj-lt"/>
              </a:rPr>
              <a:t>使用线速连接方式：将线束的水晶头接到协议转换单元的RJ45I或RJ45II接口（默认接RJ45I），线束的逆变器接口接到逆变器上，数据棒接口接到数据棒上。线束插接完成后拧紧螺纹紧固圈；线束卡扣式接口需按压到位保证锁止牢固；配套防水垫片及零部件规范装配，严禁歪斜、错装防水垫片，确保接线密封性与稳定性。</a:t>
            </a:r>
            <a:endParaRPr lang="zh-CN" altLang="en-US" sz="2000" b="0">
              <a:solidFill>
                <a:srgbClr val="000000"/>
              </a:solidFill>
              <a:latin typeface="+mj-lt"/>
              <a:ea typeface="+mj-lt"/>
              <a:cs typeface="+mj-lt"/>
            </a:endParaRPr>
          </a:p>
        </p:txBody>
      </p:sp>
    </p:spTree>
  </p:cSld>
  <p:clrMapOvr>
    <a:masterClrMapping/>
  </p:clrMapOvr>
  <p:transition/>
</p:sld>
</file>

<file path=ppt/slides/slide1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AutoShape 2"/>
          <p:cNvSpPr/>
          <p:nvPr>
            <p:ph type="title"/>
          </p:nvPr>
        </p:nvSpPr>
        <p:spPr>
          <a:xfrm>
            <a:off x="334963" y="161290"/>
            <a:ext cx="8737917" cy="677930"/>
          </a:xfrm>
        </p:spPr>
        <p:txBody>
          <a:bodyPr vert="horz" lIns="91440" tIns="45720" rIns="91440" bIns="45720" anchor="b">
            <a:normAutofit/>
          </a:bodyPr>
          <a:p>
            <a:pPr algn="just">
              <a:lnSpc>
                <a:spcPct val="100000"/>
              </a:lnSpc>
              <a:spcBef>
                <a:spcPct val="0"/>
              </a:spcBef>
            </a:pPr>
            <a:r>
              <a:rPr lang="en-US" sz="2800" b="1">
                <a:solidFill>
                  <a:srgbClr val="00367A"/>
                </a:solidFill>
                <a:latin typeface="微软雅黑" panose="020B0503020204020204" charset="-122"/>
                <a:ea typeface="微软雅黑" panose="020B0503020204020204" charset="-122"/>
              </a:rPr>
              <a:t>（三）安装要求</a:t>
            </a:r>
            <a:endParaRPr lang="en-US" sz="2800" b="1">
              <a:solidFill>
                <a:srgbClr val="00367A"/>
              </a:solidFill>
              <a:latin typeface="微软雅黑" panose="020B0503020204020204" charset="-122"/>
              <a:ea typeface="微软雅黑" panose="020B0503020204020204" charset="-122"/>
            </a:endParaRPr>
          </a:p>
        </p:txBody>
      </p:sp>
      <p:pic>
        <p:nvPicPr>
          <p:cNvPr id="3" name="图片 2" descr="7f6986b01031c8aea57a6961405f28cd"/>
          <p:cNvPicPr>
            <a:picLocks noChangeAspect="1"/>
          </p:cNvPicPr>
          <p:nvPr/>
        </p:nvPicPr>
        <p:blipFill>
          <a:blip r:embed="rId1"/>
          <a:stretch>
            <a:fillRect/>
          </a:stretch>
        </p:blipFill>
        <p:spPr>
          <a:xfrm rot="16200000">
            <a:off x="2037080" y="2305685"/>
            <a:ext cx="4339590" cy="2927985"/>
          </a:xfrm>
          <a:prstGeom prst="rect">
            <a:avLst/>
          </a:prstGeom>
        </p:spPr>
      </p:pic>
      <p:pic>
        <p:nvPicPr>
          <p:cNvPr id="4" name="图片 3" descr="54c5455bf42ac13c294b5349bd00b9d7"/>
          <p:cNvPicPr>
            <a:picLocks noChangeAspect="1"/>
          </p:cNvPicPr>
          <p:nvPr/>
        </p:nvPicPr>
        <p:blipFill>
          <a:blip r:embed="rId2"/>
          <a:stretch>
            <a:fillRect/>
          </a:stretch>
        </p:blipFill>
        <p:spPr>
          <a:xfrm>
            <a:off x="6553200" y="1371600"/>
            <a:ext cx="2936875" cy="4847590"/>
          </a:xfrm>
          <a:prstGeom prst="rect">
            <a:avLst/>
          </a:prstGeom>
        </p:spPr>
      </p:pic>
      <p:sp>
        <p:nvSpPr>
          <p:cNvPr id="5" name="文本框 4"/>
          <p:cNvSpPr txBox="1"/>
          <p:nvPr/>
        </p:nvSpPr>
        <p:spPr>
          <a:xfrm>
            <a:off x="457200" y="1066800"/>
            <a:ext cx="6096000" cy="398780"/>
          </a:xfrm>
          <a:prstGeom prst="rect">
            <a:avLst/>
          </a:prstGeom>
          <a:noFill/>
        </p:spPr>
        <p:txBody>
          <a:bodyPr wrap="square" rtlCol="0" anchor="t">
            <a:spAutoFit/>
          </a:bodyPr>
          <a:p>
            <a:r>
              <a:rPr lang="zh-CN" altLang="en-US" sz="2000">
                <a:solidFill>
                  <a:srgbClr val="000000"/>
                </a:solidFill>
                <a:latin typeface="+mj-lt"/>
                <a:ea typeface="+mj-lt"/>
                <a:cs typeface="+mj-lt"/>
                <a:sym typeface="+mn-ea"/>
              </a:rPr>
              <a:t>无线协议转化单元</a:t>
            </a:r>
            <a:endParaRPr lang="zh-CN" altLang="en-US" sz="2000">
              <a:solidFill>
                <a:srgbClr val="000000"/>
              </a:solidFill>
              <a:latin typeface="+mj-lt"/>
              <a:ea typeface="+mj-lt"/>
              <a:cs typeface="+mj-lt"/>
              <a:sym typeface="+mn-ea"/>
            </a:endParaRPr>
          </a:p>
        </p:txBody>
      </p:sp>
    </p:spTree>
  </p:cSld>
  <p:clrMapOvr>
    <a:masterClrMapping/>
  </p:clrMapOvr>
  <p:transition/>
</p:sld>
</file>

<file path=ppt/slides/slide1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2" name="image40.png"/>
          <p:cNvPicPr>
            <a:picLocks noChangeAspect="1"/>
          </p:cNvPicPr>
          <p:nvPr/>
        </p:nvPicPr>
        <p:blipFill>
          <a:blip r:embed="rId1"/>
          <a:stretch>
            <a:fillRect/>
          </a:stretch>
        </p:blipFill>
        <p:spPr>
          <a:xfrm>
            <a:off x="957" y="-32173"/>
            <a:ext cx="12191043" cy="6857462"/>
          </a:xfrm>
          <a:prstGeom prst="rect">
            <a:avLst/>
          </a:prstGeom>
        </p:spPr>
      </p:pic>
      <p:sp>
        <p:nvSpPr>
          <p:cNvPr id="3" name="AutoShape 3"/>
          <p:cNvSpPr/>
          <p:nvPr>
            <p:ph type="ctrTitle" idx="4294967295"/>
          </p:nvPr>
        </p:nvSpPr>
        <p:spPr>
          <a:xfrm>
            <a:off x="3516630" y="1887220"/>
            <a:ext cx="5664835" cy="1191895"/>
          </a:xfrm>
          <a:prstGeom prst="rect">
            <a:avLst/>
          </a:prstGeom>
        </p:spPr>
        <p:txBody>
          <a:bodyPr vert="horz" lIns="91440" tIns="45720" rIns="91440" bIns="45720" anchor="ctr">
            <a:noAutofit/>
          </a:bodyPr>
          <a:p>
            <a:pPr algn="ctr">
              <a:lnSpc>
                <a:spcPct val="100000"/>
              </a:lnSpc>
              <a:spcBef>
                <a:spcPct val="0"/>
              </a:spcBef>
              <a:buNone/>
            </a:pPr>
            <a:r>
              <a:rPr lang="zh-CN" altLang="en-US" sz="4400" b="1">
                <a:solidFill>
                  <a:schemeClr val="bg1"/>
                </a:solidFill>
                <a:latin typeface="微软雅黑" panose="020B0503020204020204" charset="-122"/>
                <a:ea typeface="微软雅黑" panose="020B0503020204020204" charset="-122"/>
              </a:rPr>
              <a:t>谢谢</a:t>
            </a:r>
            <a:endParaRPr lang="zh-CN" altLang="en-US" sz="4400" b="1">
              <a:solidFill>
                <a:schemeClr val="bg1"/>
              </a:solidFill>
              <a:latin typeface="微软雅黑" panose="020B0503020204020204" charset="-122"/>
              <a:ea typeface="微软雅黑" panose="020B0503020204020204" charset="-122"/>
            </a:endParaRPr>
          </a:p>
        </p:txBody>
      </p:sp>
      <p:pic>
        <p:nvPicPr>
          <p:cNvPr id="4" name="image41.png"/>
          <p:cNvPicPr>
            <a:picLocks noChangeAspect="1"/>
          </p:cNvPicPr>
          <p:nvPr/>
        </p:nvPicPr>
        <p:blipFill>
          <a:blip r:embed="rId2"/>
          <a:stretch>
            <a:fillRect/>
          </a:stretch>
        </p:blipFill>
        <p:spPr>
          <a:xfrm>
            <a:off x="9577705" y="0"/>
            <a:ext cx="3675380" cy="791845"/>
          </a:xfrm>
          <a:prstGeom prst="rect">
            <a:avLst/>
          </a:prstGeom>
        </p:spPr>
      </p:pic>
    </p:spTree>
  </p:cSld>
  <p:clrMapOvr>
    <a:masterClrMapping/>
  </p:clrMapOvr>
  <p:transition spd="med"/>
</p:sld>
</file>

<file path=ppt/theme/theme1.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5B9BD5"/>
      </a:accent1>
      <a:accent2>
        <a:srgbClr val="4472C4"/>
      </a:accent2>
      <a:accent3>
        <a:srgbClr val="00367A"/>
      </a:accent3>
      <a:accent4>
        <a:srgbClr val="00ADD6"/>
      </a:accent4>
      <a:accent5>
        <a:srgbClr val="009999"/>
      </a:accent5>
      <a:accent6>
        <a:srgbClr val="ED7D31"/>
      </a:accent6>
      <a:hlink>
        <a:srgbClr val="7030A0"/>
      </a:hlink>
      <a:folHlink>
        <a:srgbClr val="8497B0"/>
      </a:folHlink>
    </a:clrScheme>
    <a:fontScheme name="Office">
      <a:majorFont>
        <a:latin typeface="微软雅黑"/>
        <a:ea typeface="微软雅黑"/>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微软雅黑"/>
        <a:ea typeface="微软雅黑"/>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1580</Words>
  <Application>WPS 演示</Application>
  <PresentationFormat>全屏显示(4:3)</PresentationFormat>
  <Paragraphs>99</Paragraphs>
  <Slides>16</Slides>
  <Notes>0</Notes>
  <HiddenSlides>0</HiddenSlides>
  <MMClips>0</MMClips>
  <ScaleCrop>false</ScaleCrop>
  <HeadingPairs>
    <vt:vector size="6" baseType="variant">
      <vt:variant>
        <vt:lpstr>已用的字体</vt:lpstr>
      </vt:variant>
      <vt:variant>
        <vt:i4>10</vt:i4>
      </vt:variant>
      <vt:variant>
        <vt:lpstr>主题</vt:lpstr>
      </vt:variant>
      <vt:variant>
        <vt:i4>1</vt:i4>
      </vt:variant>
      <vt:variant>
        <vt:lpstr>幻灯片标题</vt:lpstr>
      </vt:variant>
      <vt:variant>
        <vt:i4>16</vt:i4>
      </vt:variant>
    </vt:vector>
  </HeadingPairs>
  <TitlesOfParts>
    <vt:vector size="27" baseType="lpstr">
      <vt:lpstr>Arial</vt:lpstr>
      <vt:lpstr>宋体</vt:lpstr>
      <vt:lpstr>Wingdings</vt:lpstr>
      <vt:lpstr>微软雅黑</vt:lpstr>
      <vt:lpstr>Wingdings</vt:lpstr>
      <vt:lpstr>Times New Roman</vt:lpstr>
      <vt:lpstr>Arial</vt:lpstr>
      <vt:lpstr>Impact</vt:lpstr>
      <vt:lpstr>Arial Unicode MS</vt:lpstr>
      <vt:lpstr>Calibri</vt:lpstr>
      <vt:lpstr>Office Theme</vt:lpstr>
      <vt:lpstr>PowerPoint 演示文稿</vt:lpstr>
      <vt:lpstr>PowerPoint 演示文稿</vt:lpstr>
      <vt:lpstr>PowerPoint 演示文稿</vt:lpstr>
      <vt:lpstr>前期勘测</vt:lpstr>
      <vt:lpstr>PowerPoint 演示文稿</vt:lpstr>
      <vt:lpstr>PowerPoint 演示文稿</vt:lpstr>
      <vt:lpstr>PowerPoint 演示文稿</vt:lpstr>
      <vt:lpstr>设备介绍</vt:lpstr>
      <vt:lpstr>PowerPoint 演示文稿</vt:lpstr>
      <vt:lpstr>PowerPoint 演示文稿</vt:lpstr>
      <vt:lpstr>现场安装</vt:lpstr>
      <vt:lpstr>PowerPoint 演示文稿</vt:lpstr>
      <vt:lpstr>（三）安装要求</vt:lpstr>
      <vt:lpstr>（三）安装要求</vt:lpstr>
      <vt:lpstr>（三）安装要求</vt:lpstr>
      <vt:lpstr>谢谢</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cp:lastModifiedBy>wangfan</cp:lastModifiedBy>
  <cp:revision>7</cp:revision>
  <dcterms:created xsi:type="dcterms:W3CDTF">2026-09-09T01:42:09Z</dcterms:created>
  <dcterms:modified xsi:type="dcterms:W3CDTF">2026-09-09T01:42:09Z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pyright">
    <vt:lpwstr>https://docmee.cn</vt:lpwstr>
  </property>
  <property fmtid="{D5CDD505-2E9C-101B-9397-08002B2CF9AE}" pid="3" name="developer">
    <vt:lpwstr>https://github.com/veasion</vt:lpwstr>
  </property>
  <property fmtid="{D5CDD505-2E9C-101B-9397-08002B2CF9AE}" pid="4" name="AIGC">
    <vt:lpwstr>{"ContentPropagator":"文多多","Label":"1","ReservedCode1":"1788167214674","ProduceID":"wenduoduo-pptx-1788167214674","ReservedCode2":"1788167214674","PropagateID":"wenduoduo-pptx1788167214674","ContentProducer":"文多多"}</vt:lpwstr>
  </property>
  <property fmtid="{D5CDD505-2E9C-101B-9397-08002B2CF9AE}" pid="5" name="ICV">
    <vt:lpwstr>FC760909D8CE409CB8A72984DC39D6A0_12</vt:lpwstr>
  </property>
  <property fmtid="{D5CDD505-2E9C-101B-9397-08002B2CF9AE}" pid="6" name="KSOProductBuildVer">
    <vt:lpwstr>2052-12.1.2.23582</vt:lpwstr>
  </property>
</Properties>
</file>